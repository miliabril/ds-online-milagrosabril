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6" r:id="rId5"/>
    <p:sldId id="491" r:id="rId6"/>
    <p:sldId id="597" r:id="rId7"/>
    <p:sldId id="545" r:id="rId8"/>
    <p:sldId id="535" r:id="rId9"/>
    <p:sldId id="598" r:id="rId10"/>
    <p:sldId id="546" r:id="rId11"/>
    <p:sldId id="581" r:id="rId12"/>
    <p:sldId id="594" r:id="rId13"/>
    <p:sldId id="599" r:id="rId14"/>
    <p:sldId id="582" r:id="rId15"/>
    <p:sldId id="584" r:id="rId16"/>
    <p:sldId id="600" r:id="rId17"/>
    <p:sldId id="586" r:id="rId18"/>
    <p:sldId id="587" r:id="rId19"/>
    <p:sldId id="588" r:id="rId20"/>
    <p:sldId id="601" r:id="rId21"/>
    <p:sldId id="589" r:id="rId22"/>
    <p:sldId id="590" r:id="rId23"/>
    <p:sldId id="602" r:id="rId24"/>
    <p:sldId id="592" r:id="rId25"/>
    <p:sldId id="591" r:id="rId26"/>
    <p:sldId id="580" r:id="rId27"/>
    <p:sldId id="595" r:id="rId28"/>
    <p:sldId id="593" r:id="rId29"/>
    <p:sldId id="596" r:id="rId30"/>
    <p:sldId id="607" r:id="rId31"/>
    <p:sldId id="608" r:id="rId32"/>
    <p:sldId id="609" r:id="rId33"/>
    <p:sldId id="610" r:id="rId34"/>
    <p:sldId id="603" r:id="rId35"/>
    <p:sldId id="604" r:id="rId36"/>
    <p:sldId id="605" r:id="rId37"/>
    <p:sldId id="606" r:id="rId38"/>
    <p:sldId id="548" r:id="rId39"/>
    <p:sldId id="37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RT OTTE" initials="BO" lastIdx="1" clrIdx="0">
    <p:extLst>
      <p:ext uri="{19B8F6BF-5375-455C-9EA6-DF929625EA0E}">
        <p15:presenceInfo xmlns:p15="http://schemas.microsoft.com/office/powerpoint/2012/main" userId="S::bert.otte@predictland.onmicrosoft.com::dc03d72e-28ac-4469-a961-9502ed110e87" providerId="AD"/>
      </p:ext>
    </p:extLst>
  </p:cmAuthor>
  <p:cmAuthor id="2" name="JORGE PEREZ HEREDIA" initials="JH" lastIdx="4" clrIdx="1">
    <p:extLst>
      <p:ext uri="{19B8F6BF-5375-455C-9EA6-DF929625EA0E}">
        <p15:presenceInfo xmlns:p15="http://schemas.microsoft.com/office/powerpoint/2012/main" userId="S::jorge.perez@predictland.onmicrosoft.com::d91a5bf9-533c-4af3-8d82-bb52d16ef3cb" providerId="AD"/>
      </p:ext>
    </p:extLst>
  </p:cmAuthor>
  <p:cmAuthor id="3" name="EDUARDO SANCHEZ BURILLO" initials="EB" lastIdx="1" clrIdx="2">
    <p:extLst>
      <p:ext uri="{19B8F6BF-5375-455C-9EA6-DF929625EA0E}">
        <p15:presenceInfo xmlns:p15="http://schemas.microsoft.com/office/powerpoint/2012/main" userId="S::eduardo.sanchez@predictland.onmicrosoft.com::4f0f9fff-8cc4-4437-a555-65efec65738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CA4"/>
    <a:srgbClr val="2FA8E0"/>
    <a:srgbClr val="94C11F"/>
    <a:srgbClr val="FFFF99"/>
    <a:srgbClr val="47B0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9B063B-50DF-42D7-AF22-E27D9A625ECF}" v="752" dt="2020-03-26T08:37:26.012"/>
    <p1510:client id="{85D14860-727D-4C64-B306-D98309AD80AF}" v="2" dt="2020-03-26T10:13:39.370"/>
    <p1510:client id="{A6573822-C434-4884-A192-D0770D88E833}" v="18" dt="2020-03-26T07:48:28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 OTTE" userId="dc03d72e-28ac-4469-a961-9502ed110e87" providerId="ADAL" clId="{91FDA0A8-9DF6-C747-9E09-D3E25ECA6257}"/>
    <pc:docChg chg="custSel modSld">
      <pc:chgData name="BERT OTTE" userId="dc03d72e-28ac-4469-a961-9502ed110e87" providerId="ADAL" clId="{91FDA0A8-9DF6-C747-9E09-D3E25ECA6257}" dt="2020-02-13T08:36:58.353" v="647" actId="20577"/>
      <pc:docMkLst>
        <pc:docMk/>
      </pc:docMkLst>
      <pc:sldChg chg="modSp">
        <pc:chgData name="BERT OTTE" userId="dc03d72e-28ac-4469-a961-9502ed110e87" providerId="ADAL" clId="{91FDA0A8-9DF6-C747-9E09-D3E25ECA6257}" dt="2020-02-13T08:29:43.069" v="9" actId="1037"/>
        <pc:sldMkLst>
          <pc:docMk/>
          <pc:sldMk cId="798560827" sldId="427"/>
        </pc:sldMkLst>
        <pc:spChg chg="mod">
          <ac:chgData name="BERT OTTE" userId="dc03d72e-28ac-4469-a961-9502ed110e87" providerId="ADAL" clId="{91FDA0A8-9DF6-C747-9E09-D3E25ECA6257}" dt="2020-02-13T08:29:43.069" v="9" actId="1037"/>
          <ac:spMkLst>
            <pc:docMk/>
            <pc:sldMk cId="798560827" sldId="427"/>
            <ac:spMk id="6" creationId="{E0867775-DF81-D441-AB55-4EAAB85456A6}"/>
          </ac:spMkLst>
        </pc:spChg>
        <pc:spChg chg="mod">
          <ac:chgData name="BERT OTTE" userId="dc03d72e-28ac-4469-a961-9502ed110e87" providerId="ADAL" clId="{91FDA0A8-9DF6-C747-9E09-D3E25ECA6257}" dt="2020-02-13T08:29:43.069" v="9" actId="1037"/>
          <ac:spMkLst>
            <pc:docMk/>
            <pc:sldMk cId="798560827" sldId="427"/>
            <ac:spMk id="12" creationId="{A34B427A-480A-E143-A445-B092740362BE}"/>
          </ac:spMkLst>
        </pc:spChg>
        <pc:picChg chg="mod">
          <ac:chgData name="BERT OTTE" userId="dc03d72e-28ac-4469-a961-9502ed110e87" providerId="ADAL" clId="{91FDA0A8-9DF6-C747-9E09-D3E25ECA6257}" dt="2020-02-13T08:29:43.069" v="9" actId="1037"/>
          <ac:picMkLst>
            <pc:docMk/>
            <pc:sldMk cId="798560827" sldId="427"/>
            <ac:picMk id="8" creationId="{C5195612-49B2-49FB-A8D6-8C8EC21E69BA}"/>
          </ac:picMkLst>
        </pc:picChg>
        <pc:picChg chg="mod">
          <ac:chgData name="BERT OTTE" userId="dc03d72e-28ac-4469-a961-9502ed110e87" providerId="ADAL" clId="{91FDA0A8-9DF6-C747-9E09-D3E25ECA6257}" dt="2020-02-13T08:29:43.069" v="9" actId="1037"/>
          <ac:picMkLst>
            <pc:docMk/>
            <pc:sldMk cId="798560827" sldId="427"/>
            <ac:picMk id="13" creationId="{45DEA28A-14E0-47C8-9BB8-0505F6B6AE12}"/>
          </ac:picMkLst>
        </pc:picChg>
      </pc:sldChg>
      <pc:sldChg chg="modSp">
        <pc:chgData name="BERT OTTE" userId="dc03d72e-28ac-4469-a961-9502ed110e87" providerId="ADAL" clId="{91FDA0A8-9DF6-C747-9E09-D3E25ECA6257}" dt="2020-02-13T08:35:13.919" v="638" actId="20577"/>
        <pc:sldMkLst>
          <pc:docMk/>
          <pc:sldMk cId="3005267238" sldId="428"/>
        </pc:sldMkLst>
        <pc:spChg chg="mod">
          <ac:chgData name="BERT OTTE" userId="dc03d72e-28ac-4469-a961-9502ed110e87" providerId="ADAL" clId="{91FDA0A8-9DF6-C747-9E09-D3E25ECA6257}" dt="2020-02-13T08:30:03.196" v="17" actId="20577"/>
          <ac:spMkLst>
            <pc:docMk/>
            <pc:sldMk cId="3005267238" sldId="428"/>
            <ac:spMk id="5" creationId="{BB0C38BD-24F8-C149-8D06-90B3DDF6D5AA}"/>
          </ac:spMkLst>
        </pc:spChg>
        <pc:spChg chg="mod">
          <ac:chgData name="BERT OTTE" userId="dc03d72e-28ac-4469-a961-9502ed110e87" providerId="ADAL" clId="{91FDA0A8-9DF6-C747-9E09-D3E25ECA6257}" dt="2020-02-13T08:35:13.919" v="638" actId="20577"/>
          <ac:spMkLst>
            <pc:docMk/>
            <pc:sldMk cId="3005267238" sldId="428"/>
            <ac:spMk id="10" creationId="{F9A6D06C-D224-4E45-A92A-A7AC0E5FA418}"/>
          </ac:spMkLst>
        </pc:spChg>
      </pc:sldChg>
      <pc:sldChg chg="modSp">
        <pc:chgData name="BERT OTTE" userId="dc03d72e-28ac-4469-a961-9502ed110e87" providerId="ADAL" clId="{91FDA0A8-9DF6-C747-9E09-D3E25ECA6257}" dt="2020-02-13T08:36:58.353" v="647" actId="20577"/>
        <pc:sldMkLst>
          <pc:docMk/>
          <pc:sldMk cId="1140050816" sldId="430"/>
        </pc:sldMkLst>
        <pc:spChg chg="mod">
          <ac:chgData name="BERT OTTE" userId="dc03d72e-28ac-4469-a961-9502ed110e87" providerId="ADAL" clId="{91FDA0A8-9DF6-C747-9E09-D3E25ECA6257}" dt="2020-02-13T08:36:58.353" v="647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modSp">
        <pc:chgData name="BERT OTTE" userId="dc03d72e-28ac-4469-a961-9502ed110e87" providerId="ADAL" clId="{91FDA0A8-9DF6-C747-9E09-D3E25ECA6257}" dt="2020-02-13T08:36:05.979" v="641" actId="790"/>
        <pc:sldMkLst>
          <pc:docMk/>
          <pc:sldMk cId="278034381" sldId="434"/>
        </pc:sldMkLst>
        <pc:spChg chg="mod">
          <ac:chgData name="BERT OTTE" userId="dc03d72e-28ac-4469-a961-9502ed110e87" providerId="ADAL" clId="{91FDA0A8-9DF6-C747-9E09-D3E25ECA6257}" dt="2020-02-13T08:36:05.979" v="641" actId="790"/>
          <ac:spMkLst>
            <pc:docMk/>
            <pc:sldMk cId="278034381" sldId="434"/>
            <ac:spMk id="4" creationId="{50213A59-5CCB-4F46-8FF8-AE7DA930C69C}"/>
          </ac:spMkLst>
        </pc:spChg>
        <pc:spChg chg="mod">
          <ac:chgData name="BERT OTTE" userId="dc03d72e-28ac-4469-a961-9502ed110e87" providerId="ADAL" clId="{91FDA0A8-9DF6-C747-9E09-D3E25ECA6257}" dt="2020-02-13T08:36:05.979" v="641" actId="790"/>
          <ac:spMkLst>
            <pc:docMk/>
            <pc:sldMk cId="278034381" sldId="434"/>
            <ac:spMk id="5" creationId="{ED158E35-C348-47A9-8659-9FE6B83243A7}"/>
          </ac:spMkLst>
        </pc:spChg>
        <pc:spChg chg="mod">
          <ac:chgData name="BERT OTTE" userId="dc03d72e-28ac-4469-a961-9502ed110e87" providerId="ADAL" clId="{91FDA0A8-9DF6-C747-9E09-D3E25ECA6257}" dt="2020-02-13T08:36:05.979" v="641" actId="790"/>
          <ac:spMkLst>
            <pc:docMk/>
            <pc:sldMk cId="278034381" sldId="434"/>
            <ac:spMk id="6" creationId="{4D34196A-02CA-4E09-B136-AE5DD4801A6B}"/>
          </ac:spMkLst>
        </pc:spChg>
      </pc:sldChg>
    </pc:docChg>
  </pc:docChgLst>
  <pc:docChgLst>
    <pc:chgData name="JORGE PEREZ HEREDIA" userId="d91a5bf9-533c-4af3-8d82-bb52d16ef3cb" providerId="ADAL" clId="{AC0F28ED-9FE9-49DD-9809-6B680BACF15E}"/>
    <pc:docChg chg="modSld">
      <pc:chgData name="JORGE PEREZ HEREDIA" userId="d91a5bf9-533c-4af3-8d82-bb52d16ef3cb" providerId="ADAL" clId="{AC0F28ED-9FE9-49DD-9809-6B680BACF15E}" dt="2020-03-12T08:53:35.639" v="4"/>
      <pc:docMkLst>
        <pc:docMk/>
      </pc:docMkLst>
      <pc:sldChg chg="modAnim">
        <pc:chgData name="JORGE PEREZ HEREDIA" userId="d91a5bf9-533c-4af3-8d82-bb52d16ef3cb" providerId="ADAL" clId="{AC0F28ED-9FE9-49DD-9809-6B680BACF15E}" dt="2020-03-12T08:53:30.536" v="3"/>
        <pc:sldMkLst>
          <pc:docMk/>
          <pc:sldMk cId="1358161923" sldId="433"/>
        </pc:sldMkLst>
      </pc:sldChg>
      <pc:sldChg chg="modAnim">
        <pc:chgData name="JORGE PEREZ HEREDIA" userId="d91a5bf9-533c-4af3-8d82-bb52d16ef3cb" providerId="ADAL" clId="{AC0F28ED-9FE9-49DD-9809-6B680BACF15E}" dt="2020-03-12T08:53:35.639" v="4"/>
        <pc:sldMkLst>
          <pc:docMk/>
          <pc:sldMk cId="278034381" sldId="434"/>
        </pc:sldMkLst>
      </pc:sldChg>
    </pc:docChg>
  </pc:docChgLst>
  <pc:docChgLst>
    <pc:chgData name="EDUARDO SANCHEZ BURILLO" userId="4f0f9fff-8cc4-4437-a555-65efec65738e" providerId="ADAL" clId="{4E9B063B-50DF-42D7-AF22-E27D9A625ECF}"/>
    <pc:docChg chg="custSel addSld modSld">
      <pc:chgData name="EDUARDO SANCHEZ BURILLO" userId="4f0f9fff-8cc4-4437-a555-65efec65738e" providerId="ADAL" clId="{4E9B063B-50DF-42D7-AF22-E27D9A625ECF}" dt="2020-03-26T08:37:26.012" v="752" actId="20577"/>
      <pc:docMkLst>
        <pc:docMk/>
      </pc:docMkLst>
      <pc:sldChg chg="modSp">
        <pc:chgData name="EDUARDO SANCHEZ BURILLO" userId="4f0f9fff-8cc4-4437-a555-65efec65738e" providerId="ADAL" clId="{4E9B063B-50DF-42D7-AF22-E27D9A625ECF}" dt="2020-03-26T08:37:26.012" v="752" actId="20577"/>
        <pc:sldMkLst>
          <pc:docMk/>
          <pc:sldMk cId="457879814" sldId="256"/>
        </pc:sldMkLst>
        <pc:spChg chg="mod">
          <ac:chgData name="EDUARDO SANCHEZ BURILLO" userId="4f0f9fff-8cc4-4437-a555-65efec65738e" providerId="ADAL" clId="{4E9B063B-50DF-42D7-AF22-E27D9A625ECF}" dt="2020-03-26T08:37:26.012" v="752" actId="20577"/>
          <ac:spMkLst>
            <pc:docMk/>
            <pc:sldMk cId="457879814" sldId="256"/>
            <ac:spMk id="3" creationId="{00000000-0000-0000-0000-000000000000}"/>
          </ac:spMkLst>
        </pc:spChg>
      </pc:sldChg>
      <pc:sldChg chg="modSp">
        <pc:chgData name="EDUARDO SANCHEZ BURILLO" userId="4f0f9fff-8cc4-4437-a555-65efec65738e" providerId="ADAL" clId="{4E9B063B-50DF-42D7-AF22-E27D9A625ECF}" dt="2020-03-26T08:36:20.173" v="750" actId="20577"/>
        <pc:sldMkLst>
          <pc:docMk/>
          <pc:sldMk cId="1140050816" sldId="430"/>
        </pc:sldMkLst>
        <pc:spChg chg="mod">
          <ac:chgData name="EDUARDO SANCHEZ BURILLO" userId="4f0f9fff-8cc4-4437-a555-65efec65738e" providerId="ADAL" clId="{4E9B063B-50DF-42D7-AF22-E27D9A625ECF}" dt="2020-03-26T08:36:20.173" v="750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modSp">
        <pc:chgData name="EDUARDO SANCHEZ BURILLO" userId="4f0f9fff-8cc4-4437-a555-65efec65738e" providerId="ADAL" clId="{4E9B063B-50DF-42D7-AF22-E27D9A625ECF}" dt="2020-03-26T08:18:02.728" v="5" actId="14100"/>
        <pc:sldMkLst>
          <pc:docMk/>
          <pc:sldMk cId="1358161923" sldId="433"/>
        </pc:sldMkLst>
        <pc:spChg chg="mod">
          <ac:chgData name="EDUARDO SANCHEZ BURILLO" userId="4f0f9fff-8cc4-4437-a555-65efec65738e" providerId="ADAL" clId="{4E9B063B-50DF-42D7-AF22-E27D9A625ECF}" dt="2020-03-26T08:18:02.728" v="5" actId="14100"/>
          <ac:spMkLst>
            <pc:docMk/>
            <pc:sldMk cId="1358161923" sldId="433"/>
            <ac:spMk id="123" creationId="{B63BE079-BB41-4C45-A49D-9C0E276E1905}"/>
          </ac:spMkLst>
        </pc:spChg>
      </pc:sldChg>
      <pc:sldChg chg="addSp delSp modSp modAnim">
        <pc:chgData name="EDUARDO SANCHEZ BURILLO" userId="4f0f9fff-8cc4-4437-a555-65efec65738e" providerId="ADAL" clId="{4E9B063B-50DF-42D7-AF22-E27D9A625ECF}" dt="2020-03-26T08:28:17.320" v="628" actId="1076"/>
        <pc:sldMkLst>
          <pc:docMk/>
          <pc:sldMk cId="2155808067" sldId="435"/>
        </pc:sldMkLst>
        <pc:spChg chg="add mod">
          <ac:chgData name="EDUARDO SANCHEZ BURILLO" userId="4f0f9fff-8cc4-4437-a555-65efec65738e" providerId="ADAL" clId="{4E9B063B-50DF-42D7-AF22-E27D9A625ECF}" dt="2020-03-26T08:24:40.355" v="458"/>
          <ac:spMkLst>
            <pc:docMk/>
            <pc:sldMk cId="2155808067" sldId="435"/>
            <ac:spMk id="8" creationId="{2773D8F6-7C0E-411C-A8D4-670A2DF88AB9}"/>
          </ac:spMkLst>
        </pc:spChg>
        <pc:spChg chg="add mod">
          <ac:chgData name="EDUARDO SANCHEZ BURILLO" userId="4f0f9fff-8cc4-4437-a555-65efec65738e" providerId="ADAL" clId="{4E9B063B-50DF-42D7-AF22-E27D9A625ECF}" dt="2020-03-26T08:27:02.527" v="608" actId="14100"/>
          <ac:spMkLst>
            <pc:docMk/>
            <pc:sldMk cId="2155808067" sldId="435"/>
            <ac:spMk id="10" creationId="{D2BE85F9-5019-4A54-864C-8047E64509DD}"/>
          </ac:spMkLst>
        </pc:spChg>
        <pc:spChg chg="add mod">
          <ac:chgData name="EDUARDO SANCHEZ BURILLO" userId="4f0f9fff-8cc4-4437-a555-65efec65738e" providerId="ADAL" clId="{4E9B063B-50DF-42D7-AF22-E27D9A625ECF}" dt="2020-03-26T08:27:20.910" v="620" actId="692"/>
          <ac:spMkLst>
            <pc:docMk/>
            <pc:sldMk cId="2155808067" sldId="435"/>
            <ac:spMk id="11" creationId="{1E0136D8-7A87-4721-850A-312A324D992E}"/>
          </ac:spMkLst>
        </pc:spChg>
        <pc:picChg chg="add mod">
          <ac:chgData name="EDUARDO SANCHEZ BURILLO" userId="4f0f9fff-8cc4-4437-a555-65efec65738e" providerId="ADAL" clId="{4E9B063B-50DF-42D7-AF22-E27D9A625ECF}" dt="2020-03-26T08:18:40.118" v="7" actId="1076"/>
          <ac:picMkLst>
            <pc:docMk/>
            <pc:sldMk cId="2155808067" sldId="435"/>
            <ac:picMk id="6" creationId="{95126FE4-DC2E-405D-AB44-AE394B7BD667}"/>
          </ac:picMkLst>
        </pc:picChg>
        <pc:picChg chg="add del">
          <ac:chgData name="EDUARDO SANCHEZ BURILLO" userId="4f0f9fff-8cc4-4437-a555-65efec65738e" providerId="ADAL" clId="{4E9B063B-50DF-42D7-AF22-E27D9A625ECF}" dt="2020-03-26T08:19:00.054" v="9" actId="478"/>
          <ac:picMkLst>
            <pc:docMk/>
            <pc:sldMk cId="2155808067" sldId="435"/>
            <ac:picMk id="7" creationId="{A185671E-9A0B-4D26-97B1-0766DCF7BBC3}"/>
          </ac:picMkLst>
        </pc:picChg>
        <pc:picChg chg="add del mod">
          <ac:chgData name="EDUARDO SANCHEZ BURILLO" userId="4f0f9fff-8cc4-4437-a555-65efec65738e" providerId="ADAL" clId="{4E9B063B-50DF-42D7-AF22-E27D9A625ECF}" dt="2020-03-26T08:27:28.371" v="621" actId="478"/>
          <ac:picMkLst>
            <pc:docMk/>
            <pc:sldMk cId="2155808067" sldId="435"/>
            <ac:picMk id="9" creationId="{4C604B55-A234-477E-8546-8F1E11F210AE}"/>
          </ac:picMkLst>
        </pc:picChg>
        <pc:picChg chg="add del mod">
          <ac:chgData name="EDUARDO SANCHEZ BURILLO" userId="4f0f9fff-8cc4-4437-a555-65efec65738e" providerId="ADAL" clId="{4E9B063B-50DF-42D7-AF22-E27D9A625ECF}" dt="2020-03-26T08:27:56.588" v="625" actId="478"/>
          <ac:picMkLst>
            <pc:docMk/>
            <pc:sldMk cId="2155808067" sldId="435"/>
            <ac:picMk id="12" creationId="{F8AD4BE4-EAF3-4A81-86CD-2B284D88E8CD}"/>
          </ac:picMkLst>
        </pc:picChg>
        <pc:picChg chg="add mod">
          <ac:chgData name="EDUARDO SANCHEZ BURILLO" userId="4f0f9fff-8cc4-4437-a555-65efec65738e" providerId="ADAL" clId="{4E9B063B-50DF-42D7-AF22-E27D9A625ECF}" dt="2020-03-26T08:28:17.320" v="628" actId="1076"/>
          <ac:picMkLst>
            <pc:docMk/>
            <pc:sldMk cId="2155808067" sldId="435"/>
            <ac:picMk id="13" creationId="{69416F86-353C-44CB-8B3F-58883C80D0F0}"/>
          </ac:picMkLst>
        </pc:picChg>
      </pc:sldChg>
      <pc:sldChg chg="addSp modSp">
        <pc:chgData name="EDUARDO SANCHEZ BURILLO" userId="4f0f9fff-8cc4-4437-a555-65efec65738e" providerId="ADAL" clId="{4E9B063B-50DF-42D7-AF22-E27D9A625ECF}" dt="2020-03-26T08:16:36.235" v="2" actId="1076"/>
        <pc:sldMkLst>
          <pc:docMk/>
          <pc:sldMk cId="3251636588" sldId="439"/>
        </pc:sldMkLst>
        <pc:picChg chg="add mod">
          <ac:chgData name="EDUARDO SANCHEZ BURILLO" userId="4f0f9fff-8cc4-4437-a555-65efec65738e" providerId="ADAL" clId="{4E9B063B-50DF-42D7-AF22-E27D9A625ECF}" dt="2020-03-26T08:16:36.235" v="2" actId="1076"/>
          <ac:picMkLst>
            <pc:docMk/>
            <pc:sldMk cId="3251636588" sldId="439"/>
            <ac:picMk id="2" creationId="{C0B3EEBC-5257-44DD-B660-336339A7B36A}"/>
          </ac:picMkLst>
        </pc:picChg>
      </pc:sldChg>
      <pc:sldChg chg="addSp modSp">
        <pc:chgData name="EDUARDO SANCHEZ BURILLO" userId="4f0f9fff-8cc4-4437-a555-65efec65738e" providerId="ADAL" clId="{4E9B063B-50DF-42D7-AF22-E27D9A625ECF}" dt="2020-03-26T08:17:47.396" v="4" actId="1076"/>
        <pc:sldMkLst>
          <pc:docMk/>
          <pc:sldMk cId="1717044454" sldId="440"/>
        </pc:sldMkLst>
        <pc:picChg chg="add mod">
          <ac:chgData name="EDUARDO SANCHEZ BURILLO" userId="4f0f9fff-8cc4-4437-a555-65efec65738e" providerId="ADAL" clId="{4E9B063B-50DF-42D7-AF22-E27D9A625ECF}" dt="2020-03-26T08:17:47.396" v="4" actId="1076"/>
          <ac:picMkLst>
            <pc:docMk/>
            <pc:sldMk cId="1717044454" sldId="440"/>
            <ac:picMk id="2" creationId="{D0DB14F9-1096-46BB-8861-B8B2A898ABE0}"/>
          </ac:picMkLst>
        </pc:picChg>
      </pc:sldChg>
      <pc:sldChg chg="addSp delSp modSp add delAnim modAnim">
        <pc:chgData name="EDUARDO SANCHEZ BURILLO" userId="4f0f9fff-8cc4-4437-a555-65efec65738e" providerId="ADAL" clId="{4E9B063B-50DF-42D7-AF22-E27D9A625ECF}" dt="2020-03-26T08:29:44.040" v="658" actId="14100"/>
        <pc:sldMkLst>
          <pc:docMk/>
          <pc:sldMk cId="3219824251" sldId="441"/>
        </pc:sldMkLst>
        <pc:spChg chg="del mod">
          <ac:chgData name="EDUARDO SANCHEZ BURILLO" userId="4f0f9fff-8cc4-4437-a555-65efec65738e" providerId="ADAL" clId="{4E9B063B-50DF-42D7-AF22-E27D9A625ECF}" dt="2020-03-26T08:24:56.693" v="462" actId="478"/>
          <ac:spMkLst>
            <pc:docMk/>
            <pc:sldMk cId="3219824251" sldId="441"/>
            <ac:spMk id="8" creationId="{2773D8F6-7C0E-411C-A8D4-670A2DF88AB9}"/>
          </ac:spMkLst>
        </pc:spChg>
        <pc:spChg chg="add del mod">
          <ac:chgData name="EDUARDO SANCHEZ BURILLO" userId="4f0f9fff-8cc4-4437-a555-65efec65738e" providerId="ADAL" clId="{4E9B063B-50DF-42D7-AF22-E27D9A625ECF}" dt="2020-03-26T08:24:59.625" v="463" actId="478"/>
          <ac:spMkLst>
            <pc:docMk/>
            <pc:sldMk cId="3219824251" sldId="441"/>
            <ac:spMk id="10" creationId="{180AB32A-6D64-45F1-AF2D-223B3E462808}"/>
          </ac:spMkLst>
        </pc:spChg>
        <pc:spChg chg="add mod">
          <ac:chgData name="EDUARDO SANCHEZ BURILLO" userId="4f0f9fff-8cc4-4437-a555-65efec65738e" providerId="ADAL" clId="{4E9B063B-50DF-42D7-AF22-E27D9A625ECF}" dt="2020-03-26T08:25:25.735" v="582" actId="20577"/>
          <ac:spMkLst>
            <pc:docMk/>
            <pc:sldMk cId="3219824251" sldId="441"/>
            <ac:spMk id="11" creationId="{A2312FBE-6468-44D1-A426-8D436BA85FEB}"/>
          </ac:spMkLst>
        </pc:spChg>
        <pc:spChg chg="add mod">
          <ac:chgData name="EDUARDO SANCHEZ BURILLO" userId="4f0f9fff-8cc4-4437-a555-65efec65738e" providerId="ADAL" clId="{4E9B063B-50DF-42D7-AF22-E27D9A625ECF}" dt="2020-03-26T08:29:18.328" v="642" actId="692"/>
          <ac:spMkLst>
            <pc:docMk/>
            <pc:sldMk cId="3219824251" sldId="441"/>
            <ac:spMk id="14" creationId="{69334131-A1B1-4B63-8D0C-4222A444A8C4}"/>
          </ac:spMkLst>
        </pc:spChg>
        <pc:spChg chg="add mod">
          <ac:chgData name="EDUARDO SANCHEZ BURILLO" userId="4f0f9fff-8cc4-4437-a555-65efec65738e" providerId="ADAL" clId="{4E9B063B-50DF-42D7-AF22-E27D9A625ECF}" dt="2020-03-26T08:29:32.116" v="652" actId="14100"/>
          <ac:spMkLst>
            <pc:docMk/>
            <pc:sldMk cId="3219824251" sldId="441"/>
            <ac:spMk id="15" creationId="{CFBEBF53-1F35-4885-A070-3437CB9A1568}"/>
          </ac:spMkLst>
        </pc:spChg>
        <pc:spChg chg="add mod">
          <ac:chgData name="EDUARDO SANCHEZ BURILLO" userId="4f0f9fff-8cc4-4437-a555-65efec65738e" providerId="ADAL" clId="{4E9B063B-50DF-42D7-AF22-E27D9A625ECF}" dt="2020-03-26T08:29:44.040" v="658" actId="14100"/>
          <ac:spMkLst>
            <pc:docMk/>
            <pc:sldMk cId="3219824251" sldId="441"/>
            <ac:spMk id="17" creationId="{B5A46938-D84C-4622-B387-0CD7CFAE421F}"/>
          </ac:spMkLst>
        </pc:spChg>
        <pc:picChg chg="del">
          <ac:chgData name="EDUARDO SANCHEZ BURILLO" userId="4f0f9fff-8cc4-4437-a555-65efec65738e" providerId="ADAL" clId="{4E9B063B-50DF-42D7-AF22-E27D9A625ECF}" dt="2020-03-26T08:25:00.320" v="464" actId="478"/>
          <ac:picMkLst>
            <pc:docMk/>
            <pc:sldMk cId="3219824251" sldId="441"/>
            <ac:picMk id="6" creationId="{95126FE4-DC2E-405D-AB44-AE394B7BD667}"/>
          </ac:picMkLst>
        </pc:picChg>
        <pc:picChg chg="mod">
          <ac:chgData name="EDUARDO SANCHEZ BURILLO" userId="4f0f9fff-8cc4-4437-a555-65efec65738e" providerId="ADAL" clId="{4E9B063B-50DF-42D7-AF22-E27D9A625ECF}" dt="2020-03-26T08:25:29.666" v="583" actId="1076"/>
          <ac:picMkLst>
            <pc:docMk/>
            <pc:sldMk cId="3219824251" sldId="441"/>
            <ac:picMk id="9" creationId="{4C604B55-A234-477E-8546-8F1E11F210AE}"/>
          </ac:picMkLst>
        </pc:picChg>
        <pc:picChg chg="add mod">
          <ac:chgData name="EDUARDO SANCHEZ BURILLO" userId="4f0f9fff-8cc4-4437-a555-65efec65738e" providerId="ADAL" clId="{4E9B063B-50DF-42D7-AF22-E27D9A625ECF}" dt="2020-03-26T08:25:59.685" v="587" actId="1076"/>
          <ac:picMkLst>
            <pc:docMk/>
            <pc:sldMk cId="3219824251" sldId="441"/>
            <ac:picMk id="12" creationId="{F4FCD866-DEB5-492F-A5E2-E3D0E54CF6AA}"/>
          </ac:picMkLst>
        </pc:picChg>
        <pc:picChg chg="add mod">
          <ac:chgData name="EDUARDO SANCHEZ BURILLO" userId="4f0f9fff-8cc4-4437-a555-65efec65738e" providerId="ADAL" clId="{4E9B063B-50DF-42D7-AF22-E27D9A625ECF}" dt="2020-03-26T08:28:53.159" v="631" actId="14100"/>
          <ac:picMkLst>
            <pc:docMk/>
            <pc:sldMk cId="3219824251" sldId="441"/>
            <ac:picMk id="13" creationId="{8D32B342-B0B2-412D-A524-9221BD2188F9}"/>
          </ac:picMkLst>
        </pc:picChg>
        <pc:picChg chg="add del">
          <ac:chgData name="EDUARDO SANCHEZ BURILLO" userId="4f0f9fff-8cc4-4437-a555-65efec65738e" providerId="ADAL" clId="{4E9B063B-50DF-42D7-AF22-E27D9A625ECF}" dt="2020-03-26T08:29:35.245" v="654"/>
          <ac:picMkLst>
            <pc:docMk/>
            <pc:sldMk cId="3219824251" sldId="441"/>
            <ac:picMk id="16" creationId="{2CEECC81-3C40-4ABD-BD9A-AF40CECB09D3}"/>
          </ac:picMkLst>
        </pc:picChg>
      </pc:sldChg>
    </pc:docChg>
  </pc:docChgLst>
  <pc:docChgLst>
    <pc:chgData name="JORGE PEREZ HEREDIA" userId="S::jorge.perez@predictland.onmicrosoft.com::d91a5bf9-533c-4af3-8d82-bb52d16ef3cb" providerId="AD" clId="Web-{A30F327C-C36B-4991-B844-ADDC07A77FFD}"/>
    <pc:docChg chg="modSld">
      <pc:chgData name="JORGE PEREZ HEREDIA" userId="S::jorge.perez@predictland.onmicrosoft.com::d91a5bf9-533c-4af3-8d82-bb52d16ef3cb" providerId="AD" clId="Web-{A30F327C-C36B-4991-B844-ADDC07A77FFD}" dt="2020-02-12T11:42:43.996" v="3"/>
      <pc:docMkLst>
        <pc:docMk/>
      </pc:docMkLst>
      <pc:sldChg chg="addSp delSp modSp">
        <pc:chgData name="JORGE PEREZ HEREDIA" userId="S::jorge.perez@predictland.onmicrosoft.com::d91a5bf9-533c-4af3-8d82-bb52d16ef3cb" providerId="AD" clId="Web-{A30F327C-C36B-4991-B844-ADDC07A77FFD}" dt="2020-02-12T11:42:43.996" v="3"/>
        <pc:sldMkLst>
          <pc:docMk/>
          <pc:sldMk cId="278034381" sldId="434"/>
        </pc:sldMkLst>
        <pc:picChg chg="add del mod">
          <ac:chgData name="JORGE PEREZ HEREDIA" userId="S::jorge.perez@predictland.onmicrosoft.com::d91a5bf9-533c-4af3-8d82-bb52d16ef3cb" providerId="AD" clId="Web-{A30F327C-C36B-4991-B844-ADDC07A77FFD}" dt="2020-02-12T11:42:43.996" v="3"/>
          <ac:picMkLst>
            <pc:docMk/>
            <pc:sldMk cId="278034381" sldId="434"/>
            <ac:picMk id="8" creationId="{9469D643-A6B7-4857-8C48-59CF4C5559BE}"/>
          </ac:picMkLst>
        </pc:picChg>
      </pc:sldChg>
    </pc:docChg>
  </pc:docChgLst>
  <pc:docChgLst>
    <pc:chgData name="BERT OTTE" userId="dc03d72e-28ac-4469-a961-9502ed110e87" providerId="ADAL" clId="{6F20EE0A-AB02-574E-8F6F-DE878B64AC0B}"/>
    <pc:docChg chg="undo custSel addSld delSld modSld">
      <pc:chgData name="BERT OTTE" userId="dc03d72e-28ac-4469-a961-9502ed110e87" providerId="ADAL" clId="{6F20EE0A-AB02-574E-8F6F-DE878B64AC0B}" dt="2020-01-29T07:11:40.057" v="2384" actId="115"/>
      <pc:docMkLst>
        <pc:docMk/>
      </pc:docMkLst>
      <pc:sldChg chg="addSp modSp">
        <pc:chgData name="BERT OTTE" userId="dc03d72e-28ac-4469-a961-9502ed110e87" providerId="ADAL" clId="{6F20EE0A-AB02-574E-8F6F-DE878B64AC0B}" dt="2020-01-29T06:36:17.236" v="7" actId="20577"/>
        <pc:sldMkLst>
          <pc:docMk/>
          <pc:sldMk cId="457879814" sldId="256"/>
        </pc:sldMkLst>
        <pc:spChg chg="mod">
          <ac:chgData name="BERT OTTE" userId="dc03d72e-28ac-4469-a961-9502ed110e87" providerId="ADAL" clId="{6F20EE0A-AB02-574E-8F6F-DE878B64AC0B}" dt="2020-01-29T06:36:17.236" v="7" actId="20577"/>
          <ac:spMkLst>
            <pc:docMk/>
            <pc:sldMk cId="457879814" sldId="256"/>
            <ac:spMk id="3" creationId="{00000000-0000-0000-0000-000000000000}"/>
          </ac:spMkLst>
        </pc:spChg>
        <pc:picChg chg="add mod">
          <ac:chgData name="BERT OTTE" userId="dc03d72e-28ac-4469-a961-9502ed110e87" providerId="ADAL" clId="{6F20EE0A-AB02-574E-8F6F-DE878B64AC0B}" dt="2020-01-28T08:45:28.017" v="3" actId="1076"/>
          <ac:picMkLst>
            <pc:docMk/>
            <pc:sldMk cId="457879814" sldId="256"/>
            <ac:picMk id="6" creationId="{BB7EB912-9FDC-E74D-A06D-344F90FD15B7}"/>
          </ac:picMkLst>
        </pc:picChg>
      </pc:sldChg>
      <pc:sldChg chg="addSp delSp modSp">
        <pc:chgData name="BERT OTTE" userId="dc03d72e-28ac-4469-a961-9502ed110e87" providerId="ADAL" clId="{6F20EE0A-AB02-574E-8F6F-DE878B64AC0B}" dt="2020-01-29T06:38:24.622" v="181" actId="20577"/>
        <pc:sldMkLst>
          <pc:docMk/>
          <pc:sldMk cId="798560827" sldId="427"/>
        </pc:sldMkLst>
        <pc:spChg chg="mod">
          <ac:chgData name="BERT OTTE" userId="dc03d72e-28ac-4469-a961-9502ed110e87" providerId="ADAL" clId="{6F20EE0A-AB02-574E-8F6F-DE878B64AC0B}" dt="2020-01-29T06:38:24.622" v="181" actId="20577"/>
          <ac:spMkLst>
            <pc:docMk/>
            <pc:sldMk cId="798560827" sldId="427"/>
            <ac:spMk id="2" creationId="{3026D884-5972-5F42-834D-8F57E529E765}"/>
          </ac:spMkLst>
        </pc:spChg>
        <pc:spChg chg="mod">
          <ac:chgData name="BERT OTTE" userId="dc03d72e-28ac-4469-a961-9502ed110e87" providerId="ADAL" clId="{6F20EE0A-AB02-574E-8F6F-DE878B64AC0B}" dt="2020-01-29T06:37:55.801" v="101" actId="1036"/>
          <ac:spMkLst>
            <pc:docMk/>
            <pc:sldMk cId="798560827" sldId="427"/>
            <ac:spMk id="6" creationId="{E0867775-DF81-D441-AB55-4EAAB85456A6}"/>
          </ac:spMkLst>
        </pc:spChg>
        <pc:spChg chg="del">
          <ac:chgData name="BERT OTTE" userId="dc03d72e-28ac-4469-a961-9502ed110e87" providerId="ADAL" clId="{6F20EE0A-AB02-574E-8F6F-DE878B64AC0B}" dt="2020-01-29T06:37:39.375" v="89" actId="478"/>
          <ac:spMkLst>
            <pc:docMk/>
            <pc:sldMk cId="798560827" sldId="427"/>
            <ac:spMk id="8" creationId="{3FA6D97D-0F95-4770-B15A-2FD910D0F495}"/>
          </ac:spMkLst>
        </pc:spChg>
        <pc:spChg chg="del">
          <ac:chgData name="BERT OTTE" userId="dc03d72e-28ac-4469-a961-9502ed110e87" providerId="ADAL" clId="{6F20EE0A-AB02-574E-8F6F-DE878B64AC0B}" dt="2020-01-29T06:37:36.842" v="88" actId="478"/>
          <ac:spMkLst>
            <pc:docMk/>
            <pc:sldMk cId="798560827" sldId="427"/>
            <ac:spMk id="11" creationId="{6B8A22C3-4939-451F-A6A6-4DC78D8680BD}"/>
          </ac:spMkLst>
        </pc:spChg>
        <pc:spChg chg="add mod">
          <ac:chgData name="BERT OTTE" userId="dc03d72e-28ac-4469-a961-9502ed110e87" providerId="ADAL" clId="{6F20EE0A-AB02-574E-8F6F-DE878B64AC0B}" dt="2020-01-29T06:38:01.546" v="102" actId="571"/>
          <ac:spMkLst>
            <pc:docMk/>
            <pc:sldMk cId="798560827" sldId="427"/>
            <ac:spMk id="12" creationId="{A34B427A-480A-E143-A445-B092740362BE}"/>
          </ac:spMkLst>
        </pc:spChg>
        <pc:spChg chg="del">
          <ac:chgData name="BERT OTTE" userId="dc03d72e-28ac-4469-a961-9502ed110e87" providerId="ADAL" clId="{6F20EE0A-AB02-574E-8F6F-DE878B64AC0B}" dt="2020-01-29T06:37:49.084" v="91" actId="478"/>
          <ac:spMkLst>
            <pc:docMk/>
            <pc:sldMk cId="798560827" sldId="427"/>
            <ac:spMk id="13" creationId="{F136AC95-0CC1-EB42-825B-0BE7149A0F35}"/>
          </ac:spMkLst>
        </pc:spChg>
      </pc:sldChg>
      <pc:sldChg chg="modSp">
        <pc:chgData name="BERT OTTE" userId="dc03d72e-28ac-4469-a961-9502ed110e87" providerId="ADAL" clId="{6F20EE0A-AB02-574E-8F6F-DE878B64AC0B}" dt="2020-01-29T06:44:53.073" v="933" actId="20577"/>
        <pc:sldMkLst>
          <pc:docMk/>
          <pc:sldMk cId="3005267238" sldId="428"/>
        </pc:sldMkLst>
        <pc:spChg chg="mod">
          <ac:chgData name="BERT OTTE" userId="dc03d72e-28ac-4469-a961-9502ed110e87" providerId="ADAL" clId="{6F20EE0A-AB02-574E-8F6F-DE878B64AC0B}" dt="2020-01-29T06:38:57.912" v="216" actId="20577"/>
          <ac:spMkLst>
            <pc:docMk/>
            <pc:sldMk cId="3005267238" sldId="428"/>
            <ac:spMk id="4" creationId="{705FF657-FCC0-144F-8C67-D6BFAAF7B2A6}"/>
          </ac:spMkLst>
        </pc:spChg>
        <pc:spChg chg="mod">
          <ac:chgData name="BERT OTTE" userId="dc03d72e-28ac-4469-a961-9502ed110e87" providerId="ADAL" clId="{6F20EE0A-AB02-574E-8F6F-DE878B64AC0B}" dt="2020-01-29T06:39:22.546" v="279" actId="20577"/>
          <ac:spMkLst>
            <pc:docMk/>
            <pc:sldMk cId="3005267238" sldId="428"/>
            <ac:spMk id="5" creationId="{BB0C38BD-24F8-C149-8D06-90B3DDF6D5AA}"/>
          </ac:spMkLst>
        </pc:spChg>
        <pc:spChg chg="mod">
          <ac:chgData name="BERT OTTE" userId="dc03d72e-28ac-4469-a961-9502ed110e87" providerId="ADAL" clId="{6F20EE0A-AB02-574E-8F6F-DE878B64AC0B}" dt="2020-01-29T06:44:53.073" v="933" actId="20577"/>
          <ac:spMkLst>
            <pc:docMk/>
            <pc:sldMk cId="3005267238" sldId="428"/>
            <ac:spMk id="10" creationId="{F9A6D06C-D224-4E45-A92A-A7AC0E5FA418}"/>
          </ac:spMkLst>
        </pc:spChg>
      </pc:sldChg>
      <pc:sldChg chg="addSp modSp">
        <pc:chgData name="BERT OTTE" userId="dc03d72e-28ac-4469-a961-9502ed110e87" providerId="ADAL" clId="{6F20EE0A-AB02-574E-8F6F-DE878B64AC0B}" dt="2020-01-29T07:11:40.057" v="2384" actId="115"/>
        <pc:sldMkLst>
          <pc:docMk/>
          <pc:sldMk cId="1140050816" sldId="430"/>
        </pc:sldMkLst>
        <pc:spChg chg="add mod">
          <ac:chgData name="BERT OTTE" userId="dc03d72e-28ac-4469-a961-9502ed110e87" providerId="ADAL" clId="{6F20EE0A-AB02-574E-8F6F-DE878B64AC0B}" dt="2020-01-29T07:11:40.057" v="2384" actId="115"/>
          <ac:spMkLst>
            <pc:docMk/>
            <pc:sldMk cId="1140050816" sldId="430"/>
            <ac:spMk id="6" creationId="{D1049438-30AA-2445-B3B8-7D37AF49524A}"/>
          </ac:spMkLst>
        </pc:spChg>
      </pc:sldChg>
      <pc:sldChg chg="addSp delSp modSp add">
        <pc:chgData name="BERT OTTE" userId="dc03d72e-28ac-4469-a961-9502ed110e87" providerId="ADAL" clId="{6F20EE0A-AB02-574E-8F6F-DE878B64AC0B}" dt="2020-01-29T06:56:19.908" v="1700" actId="120"/>
        <pc:sldMkLst>
          <pc:docMk/>
          <pc:sldMk cId="1112099047" sldId="431"/>
        </pc:sldMkLst>
        <pc:spChg chg="mod">
          <ac:chgData name="BERT OTTE" userId="dc03d72e-28ac-4469-a961-9502ed110e87" providerId="ADAL" clId="{6F20EE0A-AB02-574E-8F6F-DE878B64AC0B}" dt="2020-01-29T06:45:31.010" v="989" actId="20577"/>
          <ac:spMkLst>
            <pc:docMk/>
            <pc:sldMk cId="1112099047" sldId="431"/>
            <ac:spMk id="4" creationId="{705FF657-FCC0-144F-8C67-D6BFAAF7B2A6}"/>
          </ac:spMkLst>
        </pc:spChg>
        <pc:spChg chg="mod">
          <ac:chgData name="BERT OTTE" userId="dc03d72e-28ac-4469-a961-9502ed110e87" providerId="ADAL" clId="{6F20EE0A-AB02-574E-8F6F-DE878B64AC0B}" dt="2020-01-29T06:46:13.352" v="1137" actId="20577"/>
          <ac:spMkLst>
            <pc:docMk/>
            <pc:sldMk cId="1112099047" sldId="431"/>
            <ac:spMk id="5" creationId="{BB0C38BD-24F8-C149-8D06-90B3DDF6D5AA}"/>
          </ac:spMkLst>
        </pc:spChg>
        <pc:spChg chg="add mod">
          <ac:chgData name="BERT OTTE" userId="dc03d72e-28ac-4469-a961-9502ed110e87" providerId="ADAL" clId="{6F20EE0A-AB02-574E-8F6F-DE878B64AC0B}" dt="2020-01-29T06:56:19.908" v="1700" actId="120"/>
          <ac:spMkLst>
            <pc:docMk/>
            <pc:sldMk cId="1112099047" sldId="431"/>
            <ac:spMk id="6" creationId="{4BFC7D62-491D-F244-8361-FC7075B6F413}"/>
          </ac:spMkLst>
        </pc:spChg>
        <pc:spChg chg="add mod">
          <ac:chgData name="BERT OTTE" userId="dc03d72e-28ac-4469-a961-9502ed110e87" providerId="ADAL" clId="{6F20EE0A-AB02-574E-8F6F-DE878B64AC0B}" dt="2020-01-29T06:51:38.858" v="1291" actId="1076"/>
          <ac:spMkLst>
            <pc:docMk/>
            <pc:sldMk cId="1112099047" sldId="431"/>
            <ac:spMk id="7" creationId="{06188116-F914-274C-9AFB-D7A797576752}"/>
          </ac:spMkLst>
        </pc:spChg>
        <pc:spChg chg="add mod">
          <ac:chgData name="BERT OTTE" userId="dc03d72e-28ac-4469-a961-9502ed110e87" providerId="ADAL" clId="{6F20EE0A-AB02-574E-8F6F-DE878B64AC0B}" dt="2020-01-29T06:48:53.475" v="1176" actId="167"/>
          <ac:spMkLst>
            <pc:docMk/>
            <pc:sldMk cId="1112099047" sldId="431"/>
            <ac:spMk id="9" creationId="{57F57FA1-F970-2840-ADE1-AE29B3FE789B}"/>
          </ac:spMkLst>
        </pc:spChg>
        <pc:spChg chg="del">
          <ac:chgData name="BERT OTTE" userId="dc03d72e-28ac-4469-a961-9502ed110e87" providerId="ADAL" clId="{6F20EE0A-AB02-574E-8F6F-DE878B64AC0B}" dt="2020-01-29T06:46:15.784" v="1138" actId="478"/>
          <ac:spMkLst>
            <pc:docMk/>
            <pc:sldMk cId="1112099047" sldId="431"/>
            <ac:spMk id="10" creationId="{F9A6D06C-D224-4E45-A92A-A7AC0E5FA418}"/>
          </ac:spMkLst>
        </pc:spChg>
        <pc:spChg chg="add mod">
          <ac:chgData name="BERT OTTE" userId="dc03d72e-28ac-4469-a961-9502ed110e87" providerId="ADAL" clId="{6F20EE0A-AB02-574E-8F6F-DE878B64AC0B}" dt="2020-01-29T06:53:51.398" v="1572" actId="20577"/>
          <ac:spMkLst>
            <pc:docMk/>
            <pc:sldMk cId="1112099047" sldId="431"/>
            <ac:spMk id="11" creationId="{4B76A23B-DBBC-F44A-99A5-B701FA28DE45}"/>
          </ac:spMkLst>
        </pc:spChg>
        <pc:spChg chg="add mod">
          <ac:chgData name="BERT OTTE" userId="dc03d72e-28ac-4469-a961-9502ed110e87" providerId="ADAL" clId="{6F20EE0A-AB02-574E-8F6F-DE878B64AC0B}" dt="2020-01-29T06:52:32.567" v="1331" actId="1076"/>
          <ac:spMkLst>
            <pc:docMk/>
            <pc:sldMk cId="1112099047" sldId="431"/>
            <ac:spMk id="12" creationId="{E5AAF467-07B3-B74A-948C-D4A2B66071B6}"/>
          </ac:spMkLst>
        </pc:spChg>
        <pc:spChg chg="add mod">
          <ac:chgData name="BERT OTTE" userId="dc03d72e-28ac-4469-a961-9502ed110e87" providerId="ADAL" clId="{6F20EE0A-AB02-574E-8F6F-DE878B64AC0B}" dt="2020-01-29T06:55:52.991" v="1676" actId="14100"/>
          <ac:spMkLst>
            <pc:docMk/>
            <pc:sldMk cId="1112099047" sldId="431"/>
            <ac:spMk id="17" creationId="{3AEEDF70-E4F1-6043-9601-E6CFC6310913}"/>
          </ac:spMkLst>
        </pc:spChg>
        <pc:spChg chg="add mod">
          <ac:chgData name="BERT OTTE" userId="dc03d72e-28ac-4469-a961-9502ed110e87" providerId="ADAL" clId="{6F20EE0A-AB02-574E-8F6F-DE878B64AC0B}" dt="2020-01-29T06:54:29.580" v="1621" actId="1076"/>
          <ac:spMkLst>
            <pc:docMk/>
            <pc:sldMk cId="1112099047" sldId="431"/>
            <ac:spMk id="18" creationId="{60CB92DD-443B-8342-AA6D-1450E89D8D03}"/>
          </ac:spMkLst>
        </pc:spChg>
        <pc:spChg chg="add mod">
          <ac:chgData name="BERT OTTE" userId="dc03d72e-28ac-4469-a961-9502ed110e87" providerId="ADAL" clId="{6F20EE0A-AB02-574E-8F6F-DE878B64AC0B}" dt="2020-01-29T06:55:34.461" v="1673" actId="207"/>
          <ac:spMkLst>
            <pc:docMk/>
            <pc:sldMk cId="1112099047" sldId="431"/>
            <ac:spMk id="20" creationId="{67749503-6F41-884F-B3FB-F81CC02A7D2C}"/>
          </ac:spMkLst>
        </pc:spChg>
        <pc:picChg chg="add mod">
          <ac:chgData name="BERT OTTE" userId="dc03d72e-28ac-4469-a961-9502ed110e87" providerId="ADAL" clId="{6F20EE0A-AB02-574E-8F6F-DE878B64AC0B}" dt="2020-01-29T06:56:04.870" v="1684" actId="1038"/>
          <ac:picMkLst>
            <pc:docMk/>
            <pc:sldMk cId="1112099047" sldId="431"/>
            <ac:picMk id="2" creationId="{425889B3-0BB5-5544-AB1C-CF912223726D}"/>
          </ac:picMkLst>
        </pc:picChg>
        <pc:picChg chg="add mod">
          <ac:chgData name="BERT OTTE" userId="dc03d72e-28ac-4469-a961-9502ed110e87" providerId="ADAL" clId="{6F20EE0A-AB02-574E-8F6F-DE878B64AC0B}" dt="2020-01-29T06:52:28.027" v="1330" actId="1076"/>
          <ac:picMkLst>
            <pc:docMk/>
            <pc:sldMk cId="1112099047" sldId="431"/>
            <ac:picMk id="8" creationId="{2D416DA0-9E3A-0146-8BBF-DF68EDD8E720}"/>
          </ac:picMkLst>
        </pc:picChg>
        <pc:picChg chg="add mod">
          <ac:chgData name="BERT OTTE" userId="dc03d72e-28ac-4469-a961-9502ed110e87" providerId="ADAL" clId="{6F20EE0A-AB02-574E-8F6F-DE878B64AC0B}" dt="2020-01-29T06:52:06.757" v="1307" actId="1076"/>
          <ac:picMkLst>
            <pc:docMk/>
            <pc:sldMk cId="1112099047" sldId="431"/>
            <ac:picMk id="16" creationId="{CC694AF6-4DEE-BD4B-BE00-2263AC8EEC77}"/>
          </ac:picMkLst>
        </pc:picChg>
        <pc:cxnChg chg="add mod">
          <ac:chgData name="BERT OTTE" userId="dc03d72e-28ac-4469-a961-9502ed110e87" providerId="ADAL" clId="{6F20EE0A-AB02-574E-8F6F-DE878B64AC0B}" dt="2020-01-29T06:51:38.858" v="1291" actId="1076"/>
          <ac:cxnSpMkLst>
            <pc:docMk/>
            <pc:sldMk cId="1112099047" sldId="431"/>
            <ac:cxnSpMk id="14" creationId="{5877E7BF-A1E9-A341-92FF-6DAF7665E14C}"/>
          </ac:cxnSpMkLst>
        </pc:cxnChg>
      </pc:sldChg>
      <pc:sldChg chg="addSp delSp modSp add">
        <pc:chgData name="BERT OTTE" userId="dc03d72e-28ac-4469-a961-9502ed110e87" providerId="ADAL" clId="{6F20EE0A-AB02-574E-8F6F-DE878B64AC0B}" dt="2020-01-29T07:08:03.305" v="2049" actId="1076"/>
        <pc:sldMkLst>
          <pc:docMk/>
          <pc:sldMk cId="43992778" sldId="432"/>
        </pc:sldMkLst>
        <pc:spChg chg="mod">
          <ac:chgData name="BERT OTTE" userId="dc03d72e-28ac-4469-a961-9502ed110e87" providerId="ADAL" clId="{6F20EE0A-AB02-574E-8F6F-DE878B64AC0B}" dt="2020-01-29T06:56:27.505" v="1717" actId="20577"/>
          <ac:spMkLst>
            <pc:docMk/>
            <pc:sldMk cId="43992778" sldId="432"/>
            <ac:spMk id="6" creationId="{4BFC7D62-491D-F244-8361-FC7075B6F413}"/>
          </ac:spMkLst>
        </pc:spChg>
        <pc:spChg chg="del">
          <ac:chgData name="BERT OTTE" userId="dc03d72e-28ac-4469-a961-9502ed110e87" providerId="ADAL" clId="{6F20EE0A-AB02-574E-8F6F-DE878B64AC0B}" dt="2020-01-29T06:56:31.972" v="1719" actId="478"/>
          <ac:spMkLst>
            <pc:docMk/>
            <pc:sldMk cId="43992778" sldId="432"/>
            <ac:spMk id="12" creationId="{E5AAF467-07B3-B74A-948C-D4A2B66071B6}"/>
          </ac:spMkLst>
        </pc:spChg>
        <pc:spChg chg="mod">
          <ac:chgData name="BERT OTTE" userId="dc03d72e-28ac-4469-a961-9502ed110e87" providerId="ADAL" clId="{6F20EE0A-AB02-574E-8F6F-DE878B64AC0B}" dt="2020-01-29T07:08:03.305" v="2049" actId="1076"/>
          <ac:spMkLst>
            <pc:docMk/>
            <pc:sldMk cId="43992778" sldId="432"/>
            <ac:spMk id="18" creationId="{60CB92DD-443B-8342-AA6D-1450E89D8D03}"/>
          </ac:spMkLst>
        </pc:spChg>
        <pc:picChg chg="del">
          <ac:chgData name="BERT OTTE" userId="dc03d72e-28ac-4469-a961-9502ed110e87" providerId="ADAL" clId="{6F20EE0A-AB02-574E-8F6F-DE878B64AC0B}" dt="2020-01-29T06:56:29.214" v="1718" actId="478"/>
          <ac:picMkLst>
            <pc:docMk/>
            <pc:sldMk cId="43992778" sldId="432"/>
            <ac:picMk id="8" creationId="{2D416DA0-9E3A-0146-8BBF-DF68EDD8E720}"/>
          </ac:picMkLst>
        </pc:picChg>
        <pc:picChg chg="add mod">
          <ac:chgData name="BERT OTTE" userId="dc03d72e-28ac-4469-a961-9502ed110e87" providerId="ADAL" clId="{6F20EE0A-AB02-574E-8F6F-DE878B64AC0B}" dt="2020-01-29T06:57:11.512" v="1723" actId="1076"/>
          <ac:picMkLst>
            <pc:docMk/>
            <pc:sldMk cId="43992778" sldId="432"/>
            <ac:picMk id="10" creationId="{F353FC42-FEFD-354F-8C08-6C6DA31F78F1}"/>
          </ac:picMkLst>
        </pc:picChg>
      </pc:sldChg>
      <pc:sldChg chg="modSp add del">
        <pc:chgData name="BERT OTTE" userId="dc03d72e-28ac-4469-a961-9502ed110e87" providerId="ADAL" clId="{6F20EE0A-AB02-574E-8F6F-DE878B64AC0B}" dt="2020-01-29T06:56:15.795" v="1699" actId="2696"/>
        <pc:sldMkLst>
          <pc:docMk/>
          <pc:sldMk cId="809225694" sldId="432"/>
        </pc:sldMkLst>
        <pc:spChg chg="mod">
          <ac:chgData name="BERT OTTE" userId="dc03d72e-28ac-4469-a961-9502ed110e87" providerId="ADAL" clId="{6F20EE0A-AB02-574E-8F6F-DE878B64AC0B}" dt="2020-01-29T06:56:13.883" v="1698" actId="20577"/>
          <ac:spMkLst>
            <pc:docMk/>
            <pc:sldMk cId="809225694" sldId="432"/>
            <ac:spMk id="6" creationId="{4BFC7D62-491D-F244-8361-FC7075B6F413}"/>
          </ac:spMkLst>
        </pc:spChg>
      </pc:sldChg>
    </pc:docChg>
  </pc:docChgLst>
  <pc:docChgLst>
    <pc:chgData name="EDUARDO SANCHEZ BURILLO" userId="S::eduardo.sanchez@predictland.onmicrosoft.com::4f0f9fff-8cc4-4437-a555-65efec65738e" providerId="AD" clId="Web-{93484BC3-DEBD-4468-B0DB-A935B2CF7738}"/>
    <pc:docChg chg="modSld">
      <pc:chgData name="EDUARDO SANCHEZ BURILLO" userId="S::eduardo.sanchez@predictland.onmicrosoft.com::4f0f9fff-8cc4-4437-a555-65efec65738e" providerId="AD" clId="Web-{93484BC3-DEBD-4468-B0DB-A935B2CF7738}" dt="2020-02-12T17:15:18.989" v="54"/>
      <pc:docMkLst>
        <pc:docMk/>
      </pc:docMkLst>
      <pc:sldChg chg="addSp delSp modSp addCm">
        <pc:chgData name="EDUARDO SANCHEZ BURILLO" userId="S::eduardo.sanchez@predictland.onmicrosoft.com::4f0f9fff-8cc4-4437-a555-65efec65738e" providerId="AD" clId="Web-{93484BC3-DEBD-4468-B0DB-A935B2CF7738}" dt="2020-02-12T17:15:18.989" v="54"/>
        <pc:sldMkLst>
          <pc:docMk/>
          <pc:sldMk cId="1358161923" sldId="433"/>
        </pc:sldMkLst>
        <pc:spChg chg="mod">
          <ac:chgData name="EDUARDO SANCHEZ BURILLO" userId="S::eduardo.sanchez@predictland.onmicrosoft.com::4f0f9fff-8cc4-4437-a555-65efec65738e" providerId="AD" clId="Web-{93484BC3-DEBD-4468-B0DB-A935B2CF7738}" dt="2020-02-12T17:07:46.161" v="42" actId="1076"/>
          <ac:spMkLst>
            <pc:docMk/>
            <pc:sldMk cId="1358161923" sldId="433"/>
            <ac:spMk id="6" creationId="{4BFC7D62-491D-F244-8361-FC7075B6F413}"/>
          </ac:spMkLst>
        </pc:spChg>
        <pc:spChg chg="mod">
          <ac:chgData name="EDUARDO SANCHEZ BURILLO" userId="S::eduardo.sanchez@predictland.onmicrosoft.com::4f0f9fff-8cc4-4437-a555-65efec65738e" providerId="AD" clId="Web-{93484BC3-DEBD-4468-B0DB-A935B2CF7738}" dt="2020-02-12T17:07:39.583" v="41" actId="1076"/>
          <ac:spMkLst>
            <pc:docMk/>
            <pc:sldMk cId="1358161923" sldId="433"/>
            <ac:spMk id="7" creationId="{06188116-F914-274C-9AFB-D7A797576752}"/>
          </ac:spMkLst>
        </pc:spChg>
        <pc:spChg chg="mod">
          <ac:chgData name="EDUARDO SANCHEZ BURILLO" userId="S::eduardo.sanchez@predictland.onmicrosoft.com::4f0f9fff-8cc4-4437-a555-65efec65738e" providerId="AD" clId="Web-{93484BC3-DEBD-4468-B0DB-A935B2CF7738}" dt="2020-02-12T17:06:03.739" v="18" actId="1076"/>
          <ac:spMkLst>
            <pc:docMk/>
            <pc:sldMk cId="1358161923" sldId="433"/>
            <ac:spMk id="9" creationId="{57F57FA1-F970-2840-ADE1-AE29B3FE789B}"/>
          </ac:spMkLst>
        </pc:spChg>
        <pc:spChg chg="mod">
          <ac:chgData name="EDUARDO SANCHEZ BURILLO" userId="S::eduardo.sanchez@predictland.onmicrosoft.com::4f0f9fff-8cc4-4437-a555-65efec65738e" providerId="AD" clId="Web-{93484BC3-DEBD-4468-B0DB-A935B2CF7738}" dt="2020-02-12T17:06:50.129" v="27" actId="1076"/>
          <ac:spMkLst>
            <pc:docMk/>
            <pc:sldMk cId="1358161923" sldId="433"/>
            <ac:spMk id="11" creationId="{4B76A23B-DBBC-F44A-99A5-B701FA28DE45}"/>
          </ac:spMkLst>
        </pc:spChg>
        <pc:spChg chg="mod">
          <ac:chgData name="EDUARDO SANCHEZ BURILLO" userId="S::eduardo.sanchez@predictland.onmicrosoft.com::4f0f9fff-8cc4-4437-a555-65efec65738e" providerId="AD" clId="Web-{93484BC3-DEBD-4468-B0DB-A935B2CF7738}" dt="2020-02-12T17:06:38.161" v="25" actId="1076"/>
          <ac:spMkLst>
            <pc:docMk/>
            <pc:sldMk cId="1358161923" sldId="433"/>
            <ac:spMk id="17" creationId="{3AEEDF70-E4F1-6043-9601-E6CFC6310913}"/>
          </ac:spMkLst>
        </pc:spChg>
        <pc:spChg chg="mod">
          <ac:chgData name="EDUARDO SANCHEZ BURILLO" userId="S::eduardo.sanchez@predictland.onmicrosoft.com::4f0f9fff-8cc4-4437-a555-65efec65738e" providerId="AD" clId="Web-{93484BC3-DEBD-4468-B0DB-A935B2CF7738}" dt="2020-02-12T17:06:55.020" v="31" actId="20577"/>
          <ac:spMkLst>
            <pc:docMk/>
            <pc:sldMk cId="1358161923" sldId="433"/>
            <ac:spMk id="18" creationId="{60CB92DD-443B-8342-AA6D-1450E89D8D03}"/>
          </ac:spMkLst>
        </pc:spChg>
        <pc:spChg chg="mod">
          <ac:chgData name="EDUARDO SANCHEZ BURILLO" userId="S::eduardo.sanchez@predictland.onmicrosoft.com::4f0f9fff-8cc4-4437-a555-65efec65738e" providerId="AD" clId="Web-{93484BC3-DEBD-4468-B0DB-A935B2CF7738}" dt="2020-02-12T17:06:44.332" v="26" actId="1076"/>
          <ac:spMkLst>
            <pc:docMk/>
            <pc:sldMk cId="1358161923" sldId="433"/>
            <ac:spMk id="20" creationId="{67749503-6F41-884F-B3FB-F81CC02A7D2C}"/>
          </ac:spMkLst>
        </pc:spChg>
        <pc:picChg chg="add del mod">
          <ac:chgData name="EDUARDO SANCHEZ BURILLO" userId="S::eduardo.sanchez@predictland.onmicrosoft.com::4f0f9fff-8cc4-4437-a555-65efec65738e" providerId="AD" clId="Web-{93484BC3-DEBD-4468-B0DB-A935B2CF7738}" dt="2020-02-12T17:09:22.505" v="43"/>
          <ac:picMkLst>
            <pc:docMk/>
            <pc:sldMk cId="1358161923" sldId="433"/>
            <ac:picMk id="2" creationId="{09E01ADF-E84F-496F-BE68-990512F2F173}"/>
          </ac:picMkLst>
        </pc:picChg>
        <pc:picChg chg="add mod">
          <ac:chgData name="EDUARDO SANCHEZ BURILLO" userId="S::eduardo.sanchez@predictland.onmicrosoft.com::4f0f9fff-8cc4-4437-a555-65efec65738e" providerId="AD" clId="Web-{93484BC3-DEBD-4468-B0DB-A935B2CF7738}" dt="2020-02-12T17:10:08.317" v="53" actId="14100"/>
          <ac:picMkLst>
            <pc:docMk/>
            <pc:sldMk cId="1358161923" sldId="433"/>
            <ac:picMk id="12" creationId="{C1E0A7F0-EF5C-4A85-9EFB-FABFE66D90A8}"/>
          </ac:picMkLst>
        </pc:picChg>
        <pc:picChg chg="mod">
          <ac:chgData name="EDUARDO SANCHEZ BURILLO" userId="S::eduardo.sanchez@predictland.onmicrosoft.com::4f0f9fff-8cc4-4437-a555-65efec65738e" providerId="AD" clId="Web-{93484BC3-DEBD-4468-B0DB-A935B2CF7738}" dt="2020-02-12T17:06:57.411" v="33" actId="1076"/>
          <ac:picMkLst>
            <pc:docMk/>
            <pc:sldMk cId="1358161923" sldId="433"/>
            <ac:picMk id="16" creationId="{CC694AF6-4DEE-BD4B-BE00-2263AC8EEC77}"/>
          </ac:picMkLst>
        </pc:picChg>
        <pc:cxnChg chg="mod">
          <ac:chgData name="EDUARDO SANCHEZ BURILLO" userId="S::eduardo.sanchez@predictland.onmicrosoft.com::4f0f9fff-8cc4-4437-a555-65efec65738e" providerId="AD" clId="Web-{93484BC3-DEBD-4468-B0DB-A935B2CF7738}" dt="2020-02-12T17:07:39.583" v="41" actId="1076"/>
          <ac:cxnSpMkLst>
            <pc:docMk/>
            <pc:sldMk cId="1358161923" sldId="433"/>
            <ac:cxnSpMk id="14" creationId="{5877E7BF-A1E9-A341-92FF-6DAF7665E14C}"/>
          </ac:cxnSpMkLst>
        </pc:cxnChg>
      </pc:sldChg>
    </pc:docChg>
  </pc:docChgLst>
  <pc:docChgLst>
    <pc:chgData name="JORGE PEREZ HEREDIA" userId="S::jorge.perez@predictland.onmicrosoft.com::d91a5bf9-533c-4af3-8d82-bb52d16ef3cb" providerId="AD" clId="Web-{87AA2440-00FD-4F39-98CC-568907304DE3}"/>
    <pc:docChg chg="modSld">
      <pc:chgData name="JORGE PEREZ HEREDIA" userId="S::jorge.perez@predictland.onmicrosoft.com::d91a5bf9-533c-4af3-8d82-bb52d16ef3cb" providerId="AD" clId="Web-{87AA2440-00FD-4F39-98CC-568907304DE3}" dt="2020-02-12T11:38:07.191" v="0" actId="1076"/>
      <pc:docMkLst>
        <pc:docMk/>
      </pc:docMkLst>
      <pc:sldChg chg="modSp">
        <pc:chgData name="JORGE PEREZ HEREDIA" userId="S::jorge.perez@predictland.onmicrosoft.com::d91a5bf9-533c-4af3-8d82-bb52d16ef3cb" providerId="AD" clId="Web-{87AA2440-00FD-4F39-98CC-568907304DE3}" dt="2020-02-12T11:38:07.191" v="0" actId="1076"/>
        <pc:sldMkLst>
          <pc:docMk/>
          <pc:sldMk cId="1140050816" sldId="430"/>
        </pc:sldMkLst>
        <pc:spChg chg="mod">
          <ac:chgData name="JORGE PEREZ HEREDIA" userId="S::jorge.perez@predictland.onmicrosoft.com::d91a5bf9-533c-4af3-8d82-bb52d16ef3cb" providerId="AD" clId="Web-{87AA2440-00FD-4F39-98CC-568907304DE3}" dt="2020-02-12T11:38:07.191" v="0" actId="1076"/>
          <ac:spMkLst>
            <pc:docMk/>
            <pc:sldMk cId="1140050816" sldId="430"/>
            <ac:spMk id="6" creationId="{D1049438-30AA-2445-B3B8-7D37AF49524A}"/>
          </ac:spMkLst>
        </pc:spChg>
      </pc:sldChg>
    </pc:docChg>
  </pc:docChgLst>
  <pc:docChgLst>
    <pc:chgData name="JORGE PEREZ HEREDIA" userId="S::jorge.perez@predictland.onmicrosoft.com::d91a5bf9-533c-4af3-8d82-bb52d16ef3cb" providerId="AD" clId="Web-{1D0B600C-F919-436D-B157-D970804305CD}"/>
    <pc:docChg chg="modSld">
      <pc:chgData name="JORGE PEREZ HEREDIA" userId="S::jorge.perez@predictland.onmicrosoft.com::d91a5bf9-533c-4af3-8d82-bb52d16ef3cb" providerId="AD" clId="Web-{1D0B600C-F919-436D-B157-D970804305CD}" dt="2020-02-12T11:35:41.187" v="299" actId="20577"/>
      <pc:docMkLst>
        <pc:docMk/>
      </pc:docMkLst>
      <pc:sldChg chg="modSp">
        <pc:chgData name="JORGE PEREZ HEREDIA" userId="S::jorge.perez@predictland.onmicrosoft.com::d91a5bf9-533c-4af3-8d82-bb52d16ef3cb" providerId="AD" clId="Web-{1D0B600C-F919-436D-B157-D970804305CD}" dt="2020-02-12T11:32:51.593" v="287" actId="20577"/>
        <pc:sldMkLst>
          <pc:docMk/>
          <pc:sldMk cId="1140050816" sldId="430"/>
        </pc:sldMkLst>
        <pc:spChg chg="mod">
          <ac:chgData name="JORGE PEREZ HEREDIA" userId="S::jorge.perez@predictland.onmicrosoft.com::d91a5bf9-533c-4af3-8d82-bb52d16ef3cb" providerId="AD" clId="Web-{1D0B600C-F919-436D-B157-D970804305CD}" dt="2020-02-12T11:32:51.593" v="287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modSp">
        <pc:chgData name="JORGE PEREZ HEREDIA" userId="S::jorge.perez@predictland.onmicrosoft.com::d91a5bf9-533c-4af3-8d82-bb52d16ef3cb" providerId="AD" clId="Web-{1D0B600C-F919-436D-B157-D970804305CD}" dt="2020-02-12T11:31:24.045" v="277" actId="20577"/>
        <pc:sldMkLst>
          <pc:docMk/>
          <pc:sldMk cId="1112099047" sldId="431"/>
        </pc:sldMkLst>
        <pc:spChg chg="mod">
          <ac:chgData name="JORGE PEREZ HEREDIA" userId="S::jorge.perez@predictland.onmicrosoft.com::d91a5bf9-533c-4af3-8d82-bb52d16ef3cb" providerId="AD" clId="Web-{1D0B600C-F919-436D-B157-D970804305CD}" dt="2020-02-12T11:31:24.045" v="277" actId="20577"/>
          <ac:spMkLst>
            <pc:docMk/>
            <pc:sldMk cId="1112099047" sldId="431"/>
            <ac:spMk id="5" creationId="{BB0C38BD-24F8-C149-8D06-90B3DDF6D5AA}"/>
          </ac:spMkLst>
        </pc:spChg>
      </pc:sldChg>
      <pc:sldChg chg="modSp">
        <pc:chgData name="JORGE PEREZ HEREDIA" userId="S::jorge.perez@predictland.onmicrosoft.com::d91a5bf9-533c-4af3-8d82-bb52d16ef3cb" providerId="AD" clId="Web-{1D0B600C-F919-436D-B157-D970804305CD}" dt="2020-02-12T11:31:20.858" v="275" actId="20577"/>
        <pc:sldMkLst>
          <pc:docMk/>
          <pc:sldMk cId="43992778" sldId="432"/>
        </pc:sldMkLst>
        <pc:spChg chg="mod">
          <ac:chgData name="JORGE PEREZ HEREDIA" userId="S::jorge.perez@predictland.onmicrosoft.com::d91a5bf9-533c-4af3-8d82-bb52d16ef3cb" providerId="AD" clId="Web-{1D0B600C-F919-436D-B157-D970804305CD}" dt="2020-02-12T11:31:20.858" v="275" actId="20577"/>
          <ac:spMkLst>
            <pc:docMk/>
            <pc:sldMk cId="43992778" sldId="432"/>
            <ac:spMk id="5" creationId="{BB0C38BD-24F8-C149-8D06-90B3DDF6D5AA}"/>
          </ac:spMkLst>
        </pc:spChg>
      </pc:sldChg>
      <pc:sldChg chg="addSp delSp modSp">
        <pc:chgData name="JORGE PEREZ HEREDIA" userId="S::jorge.perez@predictland.onmicrosoft.com::d91a5bf9-533c-4af3-8d82-bb52d16ef3cb" providerId="AD" clId="Web-{1D0B600C-F919-436D-B157-D970804305CD}" dt="2020-02-12T11:35:41.187" v="299" actId="20577"/>
        <pc:sldMkLst>
          <pc:docMk/>
          <pc:sldMk cId="278034381" sldId="434"/>
        </pc:sldMkLst>
        <pc:spChg chg="mod">
          <ac:chgData name="JORGE PEREZ HEREDIA" userId="S::jorge.perez@predictland.onmicrosoft.com::d91a5bf9-533c-4af3-8d82-bb52d16ef3cb" providerId="AD" clId="Web-{1D0B600C-F919-436D-B157-D970804305CD}" dt="2020-02-12T11:35:41.187" v="299" actId="20577"/>
          <ac:spMkLst>
            <pc:docMk/>
            <pc:sldMk cId="278034381" sldId="434"/>
            <ac:spMk id="6" creationId="{4D34196A-02CA-4E09-B136-AE5DD4801A6B}"/>
          </ac:spMkLst>
        </pc:spChg>
        <pc:spChg chg="add del mod">
          <ac:chgData name="JORGE PEREZ HEREDIA" userId="S::jorge.perez@predictland.onmicrosoft.com::d91a5bf9-533c-4af3-8d82-bb52d16ef3cb" providerId="AD" clId="Web-{1D0B600C-F919-436D-B157-D970804305CD}" dt="2020-02-12T11:10:20.896" v="137"/>
          <ac:spMkLst>
            <pc:docMk/>
            <pc:sldMk cId="278034381" sldId="434"/>
            <ac:spMk id="15" creationId="{FDEEA45D-E548-4D82-AE50-4CCCD0117BA4}"/>
          </ac:spMkLst>
        </pc:spChg>
        <pc:spChg chg="add mod">
          <ac:chgData name="JORGE PEREZ HEREDIA" userId="S::jorge.perez@predictland.onmicrosoft.com::d91a5bf9-533c-4af3-8d82-bb52d16ef3cb" providerId="AD" clId="Web-{1D0B600C-F919-436D-B157-D970804305CD}" dt="2020-02-12T11:35:18.250" v="293" actId="1076"/>
          <ac:spMkLst>
            <pc:docMk/>
            <pc:sldMk cId="278034381" sldId="434"/>
            <ac:spMk id="17" creationId="{066FD4E1-3E1C-46FE-AAF1-27CB3AE79745}"/>
          </ac:spMkLst>
        </pc:spChg>
        <pc:picChg chg="add mod">
          <ac:chgData name="JORGE PEREZ HEREDIA" userId="S::jorge.perez@predictland.onmicrosoft.com::d91a5bf9-533c-4af3-8d82-bb52d16ef3cb" providerId="AD" clId="Web-{1D0B600C-F919-436D-B157-D970804305CD}" dt="2020-02-12T11:35:26.172" v="294" actId="14100"/>
          <ac:picMkLst>
            <pc:docMk/>
            <pc:sldMk cId="278034381" sldId="434"/>
            <ac:picMk id="7" creationId="{E056010B-24FF-472B-A73A-72384A67F83A}"/>
          </ac:picMkLst>
        </pc:picChg>
        <pc:picChg chg="add del mod">
          <ac:chgData name="JORGE PEREZ HEREDIA" userId="S::jorge.perez@predictland.onmicrosoft.com::d91a5bf9-533c-4af3-8d82-bb52d16ef3cb" providerId="AD" clId="Web-{1D0B600C-F919-436D-B157-D970804305CD}" dt="2020-02-12T11:07:51.458" v="23"/>
          <ac:picMkLst>
            <pc:docMk/>
            <pc:sldMk cId="278034381" sldId="434"/>
            <ac:picMk id="9" creationId="{9BD5C166-97BC-4FEB-8E82-FB1546336AEA}"/>
          </ac:picMkLst>
        </pc:picChg>
        <pc:picChg chg="add del mod">
          <ac:chgData name="JORGE PEREZ HEREDIA" userId="S::jorge.perez@predictland.onmicrosoft.com::d91a5bf9-533c-4af3-8d82-bb52d16ef3cb" providerId="AD" clId="Web-{1D0B600C-F919-436D-B157-D970804305CD}" dt="2020-02-12T11:08:52.395" v="118"/>
          <ac:picMkLst>
            <pc:docMk/>
            <pc:sldMk cId="278034381" sldId="434"/>
            <ac:picMk id="11" creationId="{89B044F3-789D-4AD1-A4E7-4A1A84DDE72B}"/>
          </ac:picMkLst>
        </pc:picChg>
        <pc:picChg chg="add mod">
          <ac:chgData name="JORGE PEREZ HEREDIA" userId="S::jorge.perez@predictland.onmicrosoft.com::d91a5bf9-533c-4af3-8d82-bb52d16ef3cb" providerId="AD" clId="Web-{1D0B600C-F919-436D-B157-D970804305CD}" dt="2020-02-12T11:35:28.781" v="295" actId="14100"/>
          <ac:picMkLst>
            <pc:docMk/>
            <pc:sldMk cId="278034381" sldId="434"/>
            <ac:picMk id="13" creationId="{D3AE0181-9BCB-4B0A-9A9B-CD2386F21AB9}"/>
          </ac:picMkLst>
        </pc:picChg>
      </pc:sldChg>
    </pc:docChg>
  </pc:docChgLst>
  <pc:docChgLst>
    <pc:chgData name="JORGE PEREZ HEREDIA" userId="S::jorge.perez@predictland.onmicrosoft.com::d91a5bf9-533c-4af3-8d82-bb52d16ef3cb" providerId="AD" clId="Web-{E7026D5A-9371-4EAF-8B47-BAA8CA8E4D94}"/>
    <pc:docChg chg="addSld modSld sldOrd">
      <pc:chgData name="JORGE PEREZ HEREDIA" userId="S::jorge.perez@predictland.onmicrosoft.com::d91a5bf9-533c-4af3-8d82-bb52d16ef3cb" providerId="AD" clId="Web-{E7026D5A-9371-4EAF-8B47-BAA8CA8E4D94}" dt="2020-02-12T11:04:16.282" v="951" actId="20577"/>
      <pc:docMkLst>
        <pc:docMk/>
      </pc:docMkLst>
      <pc:sldChg chg="modSp">
        <pc:chgData name="JORGE PEREZ HEREDIA" userId="S::jorge.perez@predictland.onmicrosoft.com::d91a5bf9-533c-4af3-8d82-bb52d16ef3cb" providerId="AD" clId="Web-{E7026D5A-9371-4EAF-8B47-BAA8CA8E4D94}" dt="2020-02-12T10:47:57.701" v="6" actId="20577"/>
        <pc:sldMkLst>
          <pc:docMk/>
          <pc:sldMk cId="457879814" sldId="256"/>
        </pc:sldMkLst>
        <pc:spChg chg="mod">
          <ac:chgData name="JORGE PEREZ HEREDIA" userId="S::jorge.perez@predictland.onmicrosoft.com::d91a5bf9-533c-4af3-8d82-bb52d16ef3cb" providerId="AD" clId="Web-{E7026D5A-9371-4EAF-8B47-BAA8CA8E4D94}" dt="2020-02-12T10:47:57.701" v="6" actId="20577"/>
          <ac:spMkLst>
            <pc:docMk/>
            <pc:sldMk cId="457879814" sldId="256"/>
            <ac:spMk id="3" creationId="{00000000-0000-0000-0000-000000000000}"/>
          </ac:spMkLst>
        </pc:spChg>
      </pc:sldChg>
      <pc:sldChg chg="addSp modSp delCm">
        <pc:chgData name="JORGE PEREZ HEREDIA" userId="S::jorge.perez@predictland.onmicrosoft.com::d91a5bf9-533c-4af3-8d82-bb52d16ef3cb" providerId="AD" clId="Web-{E7026D5A-9371-4EAF-8B47-BAA8CA8E4D94}" dt="2020-02-12T10:50:42.186" v="243" actId="1076"/>
        <pc:sldMkLst>
          <pc:docMk/>
          <pc:sldMk cId="798560827" sldId="427"/>
        </pc:sldMkLst>
        <pc:spChg chg="mod">
          <ac:chgData name="JORGE PEREZ HEREDIA" userId="S::jorge.perez@predictland.onmicrosoft.com::d91a5bf9-533c-4af3-8d82-bb52d16ef3cb" providerId="AD" clId="Web-{E7026D5A-9371-4EAF-8B47-BAA8CA8E4D94}" dt="2020-02-12T10:50:20.717" v="237" actId="20577"/>
          <ac:spMkLst>
            <pc:docMk/>
            <pc:sldMk cId="798560827" sldId="427"/>
            <ac:spMk id="2" creationId="{3026D884-5972-5F42-834D-8F57E529E765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49:47.655" v="157" actId="1076"/>
          <ac:spMkLst>
            <pc:docMk/>
            <pc:sldMk cId="798560827" sldId="427"/>
            <ac:spMk id="6" creationId="{E0867775-DF81-D441-AB55-4EAAB85456A6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48:43.576" v="15" actId="1076"/>
          <ac:spMkLst>
            <pc:docMk/>
            <pc:sldMk cId="798560827" sldId="427"/>
            <ac:spMk id="12" creationId="{A34B427A-480A-E143-A445-B092740362BE}"/>
          </ac:spMkLst>
        </pc:spChg>
        <pc:picChg chg="add mod">
          <ac:chgData name="JORGE PEREZ HEREDIA" userId="S::jorge.perez@predictland.onmicrosoft.com::d91a5bf9-533c-4af3-8d82-bb52d16ef3cb" providerId="AD" clId="Web-{E7026D5A-9371-4EAF-8B47-BAA8CA8E4D94}" dt="2020-02-12T10:50:42.186" v="243" actId="1076"/>
          <ac:picMkLst>
            <pc:docMk/>
            <pc:sldMk cId="798560827" sldId="427"/>
            <ac:picMk id="8" creationId="{C5195612-49B2-49FB-A8D6-8C8EC21E69BA}"/>
          </ac:picMkLst>
        </pc:picChg>
        <pc:picChg chg="add mod">
          <ac:chgData name="JORGE PEREZ HEREDIA" userId="S::jorge.perez@predictland.onmicrosoft.com::d91a5bf9-533c-4af3-8d82-bb52d16ef3cb" providerId="AD" clId="Web-{E7026D5A-9371-4EAF-8B47-BAA8CA8E4D94}" dt="2020-02-12T10:50:26.873" v="239" actId="14100"/>
          <ac:picMkLst>
            <pc:docMk/>
            <pc:sldMk cId="798560827" sldId="427"/>
            <ac:picMk id="13" creationId="{45DEA28A-14E0-47C8-9BB8-0505F6B6AE12}"/>
          </ac:picMkLst>
        </pc:picChg>
      </pc:sldChg>
      <pc:sldChg chg="ord">
        <pc:chgData name="JORGE PEREZ HEREDIA" userId="S::jorge.perez@predictland.onmicrosoft.com::d91a5bf9-533c-4af3-8d82-bb52d16ef3cb" providerId="AD" clId="Web-{E7026D5A-9371-4EAF-8B47-BAA8CA8E4D94}" dt="2020-02-12T10:50:58.358" v="245"/>
        <pc:sldMkLst>
          <pc:docMk/>
          <pc:sldMk cId="3005267238" sldId="428"/>
        </pc:sldMkLst>
      </pc:sldChg>
      <pc:sldChg chg="modSp">
        <pc:chgData name="JORGE PEREZ HEREDIA" userId="S::jorge.perez@predictland.onmicrosoft.com::d91a5bf9-533c-4af3-8d82-bb52d16ef3cb" providerId="AD" clId="Web-{E7026D5A-9371-4EAF-8B47-BAA8CA8E4D94}" dt="2020-02-12T11:02:20.954" v="880" actId="20577"/>
        <pc:sldMkLst>
          <pc:docMk/>
          <pc:sldMk cId="1140050816" sldId="430"/>
        </pc:sldMkLst>
        <pc:spChg chg="mod">
          <ac:chgData name="JORGE PEREZ HEREDIA" userId="S::jorge.perez@predictland.onmicrosoft.com::d91a5bf9-533c-4af3-8d82-bb52d16ef3cb" providerId="AD" clId="Web-{E7026D5A-9371-4EAF-8B47-BAA8CA8E4D94}" dt="2020-02-12T11:02:20.954" v="880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addSp delSp modSp">
        <pc:chgData name="JORGE PEREZ HEREDIA" userId="S::jorge.perez@predictland.onmicrosoft.com::d91a5bf9-533c-4af3-8d82-bb52d16ef3cb" providerId="AD" clId="Web-{E7026D5A-9371-4EAF-8B47-BAA8CA8E4D94}" dt="2020-02-12T10:57:34.578" v="678" actId="1076"/>
        <pc:sldMkLst>
          <pc:docMk/>
          <pc:sldMk cId="1112099047" sldId="431"/>
        </pc:sldMkLst>
        <pc:spChg chg="mod">
          <ac:chgData name="JORGE PEREZ HEREDIA" userId="S::jorge.perez@predictland.onmicrosoft.com::d91a5bf9-533c-4af3-8d82-bb52d16ef3cb" providerId="AD" clId="Web-{E7026D5A-9371-4EAF-8B47-BAA8CA8E4D94}" dt="2020-02-12T10:52:32.171" v="267" actId="14100"/>
          <ac:spMkLst>
            <pc:docMk/>
            <pc:sldMk cId="1112099047" sldId="431"/>
            <ac:spMk id="7" creationId="{06188116-F914-274C-9AFB-D7A797576752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7:34.578" v="678" actId="1076"/>
          <ac:spMkLst>
            <pc:docMk/>
            <pc:sldMk cId="1112099047" sldId="431"/>
            <ac:spMk id="12" creationId="{E5AAF467-07B3-B74A-948C-D4A2B66071B6}"/>
          </ac:spMkLst>
        </pc:spChg>
        <pc:picChg chg="del mod">
          <ac:chgData name="JORGE PEREZ HEREDIA" userId="S::jorge.perez@predictland.onmicrosoft.com::d91a5bf9-533c-4af3-8d82-bb52d16ef3cb" providerId="AD" clId="Web-{E7026D5A-9371-4EAF-8B47-BAA8CA8E4D94}" dt="2020-02-12T10:52:58.374" v="273"/>
          <ac:picMkLst>
            <pc:docMk/>
            <pc:sldMk cId="1112099047" sldId="431"/>
            <ac:picMk id="2" creationId="{425889B3-0BB5-5544-AB1C-CF912223726D}"/>
          </ac:picMkLst>
        </pc:picChg>
        <pc:picChg chg="add">
          <ac:chgData name="JORGE PEREZ HEREDIA" userId="S::jorge.perez@predictland.onmicrosoft.com::d91a5bf9-533c-4af3-8d82-bb52d16ef3cb" providerId="AD" clId="Web-{E7026D5A-9371-4EAF-8B47-BAA8CA8E4D94}" dt="2020-02-12T10:52:58.671" v="274"/>
          <ac:picMkLst>
            <pc:docMk/>
            <pc:sldMk cId="1112099047" sldId="431"/>
            <ac:picMk id="10" creationId="{ACD48851-1A43-4A82-955B-E21172453083}"/>
          </ac:picMkLst>
        </pc:picChg>
        <pc:cxnChg chg="mod">
          <ac:chgData name="JORGE PEREZ HEREDIA" userId="S::jorge.perez@predictland.onmicrosoft.com::d91a5bf9-533c-4af3-8d82-bb52d16ef3cb" providerId="AD" clId="Web-{E7026D5A-9371-4EAF-8B47-BAA8CA8E4D94}" dt="2020-02-12T10:52:32.171" v="267" actId="14100"/>
          <ac:cxnSpMkLst>
            <pc:docMk/>
            <pc:sldMk cId="1112099047" sldId="431"/>
            <ac:cxnSpMk id="14" creationId="{5877E7BF-A1E9-A341-92FF-6DAF7665E14C}"/>
          </ac:cxnSpMkLst>
        </pc:cxnChg>
      </pc:sldChg>
      <pc:sldChg chg="addSp delSp modSp">
        <pc:chgData name="JORGE PEREZ HEREDIA" userId="S::jorge.perez@predictland.onmicrosoft.com::d91a5bf9-533c-4af3-8d82-bb52d16ef3cb" providerId="AD" clId="Web-{E7026D5A-9371-4EAF-8B47-BAA8CA8E4D94}" dt="2020-02-12T10:57:27.531" v="677" actId="1076"/>
        <pc:sldMkLst>
          <pc:docMk/>
          <pc:sldMk cId="43992778" sldId="432"/>
        </pc:sldMkLst>
        <pc:spChg chg="mod">
          <ac:chgData name="JORGE PEREZ HEREDIA" userId="S::jorge.perez@predictland.onmicrosoft.com::d91a5bf9-533c-4af3-8d82-bb52d16ef3cb" providerId="AD" clId="Web-{E7026D5A-9371-4EAF-8B47-BAA8CA8E4D94}" dt="2020-02-12T10:52:46.499" v="270" actId="14100"/>
          <ac:spMkLst>
            <pc:docMk/>
            <pc:sldMk cId="43992778" sldId="432"/>
            <ac:spMk id="7" creationId="{06188116-F914-274C-9AFB-D7A797576752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1:39.749" v="252"/>
          <ac:spMkLst>
            <pc:docMk/>
            <pc:sldMk cId="43992778" sldId="432"/>
            <ac:spMk id="9" creationId="{57F57FA1-F970-2840-ADE1-AE29B3FE789B}"/>
          </ac:spMkLst>
        </pc:spChg>
        <pc:spChg chg="add mod">
          <ac:chgData name="JORGE PEREZ HEREDIA" userId="S::jorge.perez@predictland.onmicrosoft.com::d91a5bf9-533c-4af3-8d82-bb52d16ef3cb" providerId="AD" clId="Web-{E7026D5A-9371-4EAF-8B47-BAA8CA8E4D94}" dt="2020-02-12T10:57:27.531" v="677" actId="1076"/>
          <ac:spMkLst>
            <pc:docMk/>
            <pc:sldMk cId="43992778" sldId="432"/>
            <ac:spMk id="13" creationId="{6DCB2B25-5008-4586-A4AF-8FCAC55B9F67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6:58.984" v="606" actId="20577"/>
          <ac:spMkLst>
            <pc:docMk/>
            <pc:sldMk cId="43992778" sldId="432"/>
            <ac:spMk id="18" creationId="{60CB92DD-443B-8342-AA6D-1450E89D8D03}"/>
          </ac:spMkLst>
        </pc:spChg>
        <pc:spChg chg="add del">
          <ac:chgData name="JORGE PEREZ HEREDIA" userId="S::jorge.perez@predictland.onmicrosoft.com::d91a5bf9-533c-4af3-8d82-bb52d16ef3cb" providerId="AD" clId="Web-{E7026D5A-9371-4EAF-8B47-BAA8CA8E4D94}" dt="2020-02-12T10:51:46.061" v="254"/>
          <ac:spMkLst>
            <pc:docMk/>
            <pc:sldMk cId="43992778" sldId="432"/>
            <ac:spMk id="19" creationId="{20391DD8-34F1-4505-9D58-1F21DA73A82C}"/>
          </ac:spMkLst>
        </pc:spChg>
        <pc:picChg chg="mod">
          <ac:chgData name="JORGE PEREZ HEREDIA" userId="S::jorge.perez@predictland.onmicrosoft.com::d91a5bf9-533c-4af3-8d82-bb52d16ef3cb" providerId="AD" clId="Web-{E7026D5A-9371-4EAF-8B47-BAA8CA8E4D94}" dt="2020-02-12T10:52:51.468" v="272" actId="1076"/>
          <ac:picMkLst>
            <pc:docMk/>
            <pc:sldMk cId="43992778" sldId="432"/>
            <ac:picMk id="2" creationId="{425889B3-0BB5-5544-AB1C-CF912223726D}"/>
          </ac:picMkLst>
        </pc:picChg>
        <pc:picChg chg="add mod">
          <ac:chgData name="JORGE PEREZ HEREDIA" userId="S::jorge.perez@predictland.onmicrosoft.com::d91a5bf9-533c-4af3-8d82-bb52d16ef3cb" providerId="AD" clId="Web-{E7026D5A-9371-4EAF-8B47-BAA8CA8E4D94}" dt="2020-02-12T10:52:26.296" v="266" actId="14100"/>
          <ac:picMkLst>
            <pc:docMk/>
            <pc:sldMk cId="43992778" sldId="432"/>
            <ac:picMk id="8" creationId="{66C513F0-AD54-48A4-AA69-B6CE8BB09485}"/>
          </ac:picMkLst>
        </pc:picChg>
        <pc:picChg chg="del">
          <ac:chgData name="JORGE PEREZ HEREDIA" userId="S::jorge.perez@predictland.onmicrosoft.com::d91a5bf9-533c-4af3-8d82-bb52d16ef3cb" providerId="AD" clId="Web-{E7026D5A-9371-4EAF-8B47-BAA8CA8E4D94}" dt="2020-02-12T10:51:15.389" v="251"/>
          <ac:picMkLst>
            <pc:docMk/>
            <pc:sldMk cId="43992778" sldId="432"/>
            <ac:picMk id="10" creationId="{F353FC42-FEFD-354F-8C08-6C6DA31F78F1}"/>
          </ac:picMkLst>
        </pc:picChg>
        <pc:cxnChg chg="mod">
          <ac:chgData name="JORGE PEREZ HEREDIA" userId="S::jorge.perez@predictland.onmicrosoft.com::d91a5bf9-533c-4af3-8d82-bb52d16ef3cb" providerId="AD" clId="Web-{E7026D5A-9371-4EAF-8B47-BAA8CA8E4D94}" dt="2020-02-12T10:52:46.499" v="270" actId="14100"/>
          <ac:cxnSpMkLst>
            <pc:docMk/>
            <pc:sldMk cId="43992778" sldId="432"/>
            <ac:cxnSpMk id="14" creationId="{5877E7BF-A1E9-A341-92FF-6DAF7665E14C}"/>
          </ac:cxnSpMkLst>
        </pc:cxnChg>
      </pc:sldChg>
      <pc:sldChg chg="addSp delSp modSp add replId">
        <pc:chgData name="JORGE PEREZ HEREDIA" userId="S::jorge.perez@predictland.onmicrosoft.com::d91a5bf9-533c-4af3-8d82-bb52d16ef3cb" providerId="AD" clId="Web-{E7026D5A-9371-4EAF-8B47-BAA8CA8E4D94}" dt="2020-02-12T10:59:58.344" v="694" actId="14100"/>
        <pc:sldMkLst>
          <pc:docMk/>
          <pc:sldMk cId="1358161923" sldId="433"/>
        </pc:sldMkLst>
        <pc:spChg chg="mod">
          <ac:chgData name="JORGE PEREZ HEREDIA" userId="S::jorge.perez@predictland.onmicrosoft.com::d91a5bf9-533c-4af3-8d82-bb52d16ef3cb" providerId="AD" clId="Web-{E7026D5A-9371-4EAF-8B47-BAA8CA8E4D94}" dt="2020-02-12T10:53:41.702" v="329" actId="20577"/>
          <ac:spMkLst>
            <pc:docMk/>
            <pc:sldMk cId="1358161923" sldId="433"/>
            <ac:spMk id="4" creationId="{705FF657-FCC0-144F-8C67-D6BFAAF7B2A6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8:02.422" v="684" actId="20577"/>
          <ac:spMkLst>
            <pc:docMk/>
            <pc:sldMk cId="1358161923" sldId="433"/>
            <ac:spMk id="5" creationId="{BB0C38BD-24F8-C149-8D06-90B3DDF6D5AA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9:43.031" v="693" actId="1076"/>
          <ac:spMkLst>
            <pc:docMk/>
            <pc:sldMk cId="1358161923" sldId="433"/>
            <ac:spMk id="6" creationId="{4BFC7D62-491D-F244-8361-FC7075B6F413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9:41.516" v="692" actId="1076"/>
          <ac:spMkLst>
            <pc:docMk/>
            <pc:sldMk cId="1358161923" sldId="433"/>
            <ac:spMk id="7" creationId="{06188116-F914-274C-9AFB-D7A797576752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9:33.469" v="690" actId="1076"/>
          <ac:spMkLst>
            <pc:docMk/>
            <pc:sldMk cId="1358161923" sldId="433"/>
            <ac:spMk id="11" creationId="{4B76A23B-DBBC-F44A-99A5-B701FA28DE45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9:26.297" v="688" actId="1076"/>
          <ac:spMkLst>
            <pc:docMk/>
            <pc:sldMk cId="1358161923" sldId="433"/>
            <ac:spMk id="17" creationId="{3AEEDF70-E4F1-6043-9601-E6CFC6310913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4:12.624" v="340" actId="20577"/>
          <ac:spMkLst>
            <pc:docMk/>
            <pc:sldMk cId="1358161923" sldId="433"/>
            <ac:spMk id="18" creationId="{60CB92DD-443B-8342-AA6D-1450E89D8D03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0:59:29.813" v="689" actId="1076"/>
          <ac:spMkLst>
            <pc:docMk/>
            <pc:sldMk cId="1358161923" sldId="433"/>
            <ac:spMk id="20" creationId="{67749503-6F41-884F-B3FB-F81CC02A7D2C}"/>
          </ac:spMkLst>
        </pc:spChg>
        <pc:picChg chg="del mod">
          <ac:chgData name="JORGE PEREZ HEREDIA" userId="S::jorge.perez@predictland.onmicrosoft.com::d91a5bf9-533c-4af3-8d82-bb52d16ef3cb" providerId="AD" clId="Web-{E7026D5A-9371-4EAF-8B47-BAA8CA8E4D94}" dt="2020-02-12T10:54:04.687" v="339"/>
          <ac:picMkLst>
            <pc:docMk/>
            <pc:sldMk cId="1358161923" sldId="433"/>
            <ac:picMk id="2" creationId="{425889B3-0BB5-5544-AB1C-CF912223726D}"/>
          </ac:picMkLst>
        </pc:picChg>
        <pc:picChg chg="del">
          <ac:chgData name="JORGE PEREZ HEREDIA" userId="S::jorge.perez@predictland.onmicrosoft.com::d91a5bf9-533c-4af3-8d82-bb52d16ef3cb" providerId="AD" clId="Web-{E7026D5A-9371-4EAF-8B47-BAA8CA8E4D94}" dt="2020-02-12T10:53:48.421" v="330"/>
          <ac:picMkLst>
            <pc:docMk/>
            <pc:sldMk cId="1358161923" sldId="433"/>
            <ac:picMk id="8" creationId="{66C513F0-AD54-48A4-AA69-B6CE8BB09485}"/>
          </ac:picMkLst>
        </pc:picChg>
        <pc:picChg chg="add mod">
          <ac:chgData name="JORGE PEREZ HEREDIA" userId="S::jorge.perez@predictland.onmicrosoft.com::d91a5bf9-533c-4af3-8d82-bb52d16ef3cb" providerId="AD" clId="Web-{E7026D5A-9371-4EAF-8B47-BAA8CA8E4D94}" dt="2020-02-12T10:59:58.344" v="694" actId="14100"/>
          <ac:picMkLst>
            <pc:docMk/>
            <pc:sldMk cId="1358161923" sldId="433"/>
            <ac:picMk id="10" creationId="{EEBCC329-5895-479B-AE14-FC0660D5DDE6}"/>
          </ac:picMkLst>
        </pc:picChg>
        <pc:picChg chg="mod">
          <ac:chgData name="JORGE PEREZ HEREDIA" userId="S::jorge.perez@predictland.onmicrosoft.com::d91a5bf9-533c-4af3-8d82-bb52d16ef3cb" providerId="AD" clId="Web-{E7026D5A-9371-4EAF-8B47-BAA8CA8E4D94}" dt="2020-02-12T10:59:36.516" v="691" actId="1076"/>
          <ac:picMkLst>
            <pc:docMk/>
            <pc:sldMk cId="1358161923" sldId="433"/>
            <ac:picMk id="16" creationId="{CC694AF6-4DEE-BD4B-BE00-2263AC8EEC77}"/>
          </ac:picMkLst>
        </pc:picChg>
        <pc:cxnChg chg="mod">
          <ac:chgData name="JORGE PEREZ HEREDIA" userId="S::jorge.perez@predictland.onmicrosoft.com::d91a5bf9-533c-4af3-8d82-bb52d16ef3cb" providerId="AD" clId="Web-{E7026D5A-9371-4EAF-8B47-BAA8CA8E4D94}" dt="2020-02-12T10:59:41.516" v="692" actId="1076"/>
          <ac:cxnSpMkLst>
            <pc:docMk/>
            <pc:sldMk cId="1358161923" sldId="433"/>
            <ac:cxnSpMk id="14" creationId="{5877E7BF-A1E9-A341-92FF-6DAF7665E14C}"/>
          </ac:cxnSpMkLst>
        </pc:cxnChg>
      </pc:sldChg>
      <pc:sldChg chg="modSp new">
        <pc:chgData name="JORGE PEREZ HEREDIA" userId="S::jorge.perez@predictland.onmicrosoft.com::d91a5bf9-533c-4af3-8d82-bb52d16ef3cb" providerId="AD" clId="Web-{E7026D5A-9371-4EAF-8B47-BAA8CA8E4D94}" dt="2020-02-12T11:04:16.282" v="951" actId="20577"/>
        <pc:sldMkLst>
          <pc:docMk/>
          <pc:sldMk cId="278034381" sldId="434"/>
        </pc:sldMkLst>
        <pc:spChg chg="mod">
          <ac:chgData name="JORGE PEREZ HEREDIA" userId="S::jorge.perez@predictland.onmicrosoft.com::d91a5bf9-533c-4af3-8d82-bb52d16ef3cb" providerId="AD" clId="Web-{E7026D5A-9371-4EAF-8B47-BAA8CA8E4D94}" dt="2020-02-12T11:03:56.173" v="945" actId="20577"/>
          <ac:spMkLst>
            <pc:docMk/>
            <pc:sldMk cId="278034381" sldId="434"/>
            <ac:spMk id="4" creationId="{50213A59-5CCB-4F46-8FF8-AE7DA930C69C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1:03:24.454" v="900" actId="20577"/>
          <ac:spMkLst>
            <pc:docMk/>
            <pc:sldMk cId="278034381" sldId="434"/>
            <ac:spMk id="5" creationId="{ED158E35-C348-47A9-8659-9FE6B83243A7}"/>
          </ac:spMkLst>
        </pc:spChg>
        <pc:spChg chg="mod">
          <ac:chgData name="JORGE PEREZ HEREDIA" userId="S::jorge.perez@predictland.onmicrosoft.com::d91a5bf9-533c-4af3-8d82-bb52d16ef3cb" providerId="AD" clId="Web-{E7026D5A-9371-4EAF-8B47-BAA8CA8E4D94}" dt="2020-02-12T11:04:16.282" v="951" actId="20577"/>
          <ac:spMkLst>
            <pc:docMk/>
            <pc:sldMk cId="278034381" sldId="434"/>
            <ac:spMk id="6" creationId="{4D34196A-02CA-4E09-B136-AE5DD4801A6B}"/>
          </ac:spMkLst>
        </pc:spChg>
      </pc:sldChg>
    </pc:docChg>
  </pc:docChgLst>
  <pc:docChgLst>
    <pc:chgData name="EDUARDO SANCHEZ BURILLO" userId="4f0f9fff-8cc4-4437-a555-65efec65738e" providerId="ADAL" clId="{283B5199-012C-47AB-AFF4-66B77829CBED}"/>
    <pc:docChg chg="undo custSel delSld modSld">
      <pc:chgData name="EDUARDO SANCHEZ BURILLO" userId="4f0f9fff-8cc4-4437-a555-65efec65738e" providerId="ADAL" clId="{283B5199-012C-47AB-AFF4-66B77829CBED}" dt="2020-03-11T18:43:31.435" v="3414" actId="20577"/>
      <pc:docMkLst>
        <pc:docMk/>
      </pc:docMkLst>
      <pc:sldChg chg="modSp">
        <pc:chgData name="EDUARDO SANCHEZ BURILLO" userId="4f0f9fff-8cc4-4437-a555-65efec65738e" providerId="ADAL" clId="{283B5199-012C-47AB-AFF4-66B77829CBED}" dt="2020-03-11T17:19:07.334" v="8" actId="20577"/>
        <pc:sldMkLst>
          <pc:docMk/>
          <pc:sldMk cId="457879814" sldId="256"/>
        </pc:sldMkLst>
        <pc:spChg chg="mod">
          <ac:chgData name="EDUARDO SANCHEZ BURILLO" userId="4f0f9fff-8cc4-4437-a555-65efec65738e" providerId="ADAL" clId="{283B5199-012C-47AB-AFF4-66B77829CBED}" dt="2020-03-11T17:19:07.334" v="8" actId="20577"/>
          <ac:spMkLst>
            <pc:docMk/>
            <pc:sldMk cId="457879814" sldId="256"/>
            <ac:spMk id="3" creationId="{00000000-0000-0000-0000-000000000000}"/>
          </ac:spMkLst>
        </pc:spChg>
      </pc:sldChg>
      <pc:sldChg chg="addSp delSp modSp">
        <pc:chgData name="EDUARDO SANCHEZ BURILLO" userId="4f0f9fff-8cc4-4437-a555-65efec65738e" providerId="ADAL" clId="{283B5199-012C-47AB-AFF4-66B77829CBED}" dt="2020-03-11T17:57:19.483" v="1194" actId="947"/>
        <pc:sldMkLst>
          <pc:docMk/>
          <pc:sldMk cId="798560827" sldId="427"/>
        </pc:sldMkLst>
        <pc:spChg chg="mod">
          <ac:chgData name="EDUARDO SANCHEZ BURILLO" userId="4f0f9fff-8cc4-4437-a555-65efec65738e" providerId="ADAL" clId="{283B5199-012C-47AB-AFF4-66B77829CBED}" dt="2020-03-11T17:47:43.961" v="805" actId="20577"/>
          <ac:spMkLst>
            <pc:docMk/>
            <pc:sldMk cId="798560827" sldId="427"/>
            <ac:spMk id="2" creationId="{3026D884-5972-5F42-834D-8F57E529E765}"/>
          </ac:spMkLst>
        </pc:spChg>
        <pc:spChg chg="mod">
          <ac:chgData name="EDUARDO SANCHEZ BURILLO" userId="4f0f9fff-8cc4-4437-a555-65efec65738e" providerId="ADAL" clId="{283B5199-012C-47AB-AFF4-66B77829CBED}" dt="2020-03-11T17:57:19.483" v="1194" actId="947"/>
          <ac:spMkLst>
            <pc:docMk/>
            <pc:sldMk cId="798560827" sldId="427"/>
            <ac:spMk id="4" creationId="{705FF657-FCC0-144F-8C67-D6BFAAF7B2A6}"/>
          </ac:spMkLst>
        </pc:spChg>
        <pc:spChg chg="del">
          <ac:chgData name="EDUARDO SANCHEZ BURILLO" userId="4f0f9fff-8cc4-4437-a555-65efec65738e" providerId="ADAL" clId="{283B5199-012C-47AB-AFF4-66B77829CBED}" dt="2020-03-11T17:27:00.206" v="38" actId="478"/>
          <ac:spMkLst>
            <pc:docMk/>
            <pc:sldMk cId="798560827" sldId="427"/>
            <ac:spMk id="6" creationId="{E0867775-DF81-D441-AB55-4EAAB85456A6}"/>
          </ac:spMkLst>
        </pc:spChg>
        <pc:spChg chg="del mod">
          <ac:chgData name="EDUARDO SANCHEZ BURILLO" userId="4f0f9fff-8cc4-4437-a555-65efec65738e" providerId="ADAL" clId="{283B5199-012C-47AB-AFF4-66B77829CBED}" dt="2020-03-11T17:30:17.499" v="102"/>
          <ac:spMkLst>
            <pc:docMk/>
            <pc:sldMk cId="798560827" sldId="427"/>
            <ac:spMk id="12" creationId="{A34B427A-480A-E143-A445-B092740362BE}"/>
          </ac:spMkLst>
        </pc:spChg>
        <pc:spChg chg="del">
          <ac:chgData name="EDUARDO SANCHEZ BURILLO" userId="4f0f9fff-8cc4-4437-a555-65efec65738e" providerId="ADAL" clId="{283B5199-012C-47AB-AFF4-66B77829CBED}" dt="2020-03-11T17:24:02.027" v="19" actId="478"/>
          <ac:spMkLst>
            <pc:docMk/>
            <pc:sldMk cId="798560827" sldId="427"/>
            <ac:spMk id="17" creationId="{821C93FF-9878-4A34-A667-710FFC71A509}"/>
          </ac:spMkLst>
        </pc:spChg>
        <pc:spChg chg="add del mod">
          <ac:chgData name="EDUARDO SANCHEZ BURILLO" userId="4f0f9fff-8cc4-4437-a555-65efec65738e" providerId="ADAL" clId="{283B5199-012C-47AB-AFF4-66B77829CBED}" dt="2020-03-11T17:47:22.654" v="779" actId="478"/>
          <ac:spMkLst>
            <pc:docMk/>
            <pc:sldMk cId="798560827" sldId="427"/>
            <ac:spMk id="19" creationId="{389C63C5-CB00-4565-B4EB-D85780957EE8}"/>
          </ac:spMkLst>
        </pc:spChg>
        <pc:spChg chg="add mod">
          <ac:chgData name="EDUARDO SANCHEZ BURILLO" userId="4f0f9fff-8cc4-4437-a555-65efec65738e" providerId="ADAL" clId="{283B5199-012C-47AB-AFF4-66B77829CBED}" dt="2020-03-11T17:38:39.599" v="576" actId="1036"/>
          <ac:spMkLst>
            <pc:docMk/>
            <pc:sldMk cId="798560827" sldId="427"/>
            <ac:spMk id="22" creationId="{B8AF1E15-450E-46E0-A987-3227B063DEBB}"/>
          </ac:spMkLst>
        </pc:spChg>
        <pc:spChg chg="add mod">
          <ac:chgData name="EDUARDO SANCHEZ BURILLO" userId="4f0f9fff-8cc4-4437-a555-65efec65738e" providerId="ADAL" clId="{283B5199-012C-47AB-AFF4-66B77829CBED}" dt="2020-03-11T17:38:39.599" v="576" actId="1036"/>
          <ac:spMkLst>
            <pc:docMk/>
            <pc:sldMk cId="798560827" sldId="427"/>
            <ac:spMk id="23" creationId="{0AA2DC71-FB9F-45D1-9DE1-205852DF92F3}"/>
          </ac:spMkLst>
        </pc:spChg>
        <pc:picChg chg="mod">
          <ac:chgData name="EDUARDO SANCHEZ BURILLO" userId="4f0f9fff-8cc4-4437-a555-65efec65738e" providerId="ADAL" clId="{283B5199-012C-47AB-AFF4-66B77829CBED}" dt="2020-03-11T17:38:39.599" v="576" actId="1036"/>
          <ac:picMkLst>
            <pc:docMk/>
            <pc:sldMk cId="798560827" sldId="427"/>
            <ac:picMk id="13" creationId="{45DEA28A-14E0-47C8-9BB8-0505F6B6AE12}"/>
          </ac:picMkLst>
        </pc:picChg>
        <pc:picChg chg="mod">
          <ac:chgData name="EDUARDO SANCHEZ BURILLO" userId="4f0f9fff-8cc4-4437-a555-65efec65738e" providerId="ADAL" clId="{283B5199-012C-47AB-AFF4-66B77829CBED}" dt="2020-03-11T17:42:41.073" v="611" actId="1035"/>
          <ac:picMkLst>
            <pc:docMk/>
            <pc:sldMk cId="798560827" sldId="427"/>
            <ac:picMk id="14" creationId="{0EAA6DB7-C510-4F8B-85EE-2FFD9ACC0FB3}"/>
          </ac:picMkLst>
        </pc:picChg>
        <pc:picChg chg="add del mod">
          <ac:chgData name="EDUARDO SANCHEZ BURILLO" userId="4f0f9fff-8cc4-4437-a555-65efec65738e" providerId="ADAL" clId="{283B5199-012C-47AB-AFF4-66B77829CBED}" dt="2020-03-11T17:47:24.624" v="780" actId="478"/>
          <ac:picMkLst>
            <pc:docMk/>
            <pc:sldMk cId="798560827" sldId="427"/>
            <ac:picMk id="15" creationId="{21BA1883-D039-4F6D-A5D6-1C323929A395}"/>
          </ac:picMkLst>
        </pc:picChg>
        <pc:picChg chg="add del mod">
          <ac:chgData name="EDUARDO SANCHEZ BURILLO" userId="4f0f9fff-8cc4-4437-a555-65efec65738e" providerId="ADAL" clId="{283B5199-012C-47AB-AFF4-66B77829CBED}" dt="2020-03-11T17:19:32.127" v="13" actId="478"/>
          <ac:picMkLst>
            <pc:docMk/>
            <pc:sldMk cId="798560827" sldId="427"/>
            <ac:picMk id="16" creationId="{5E4CEFD1-7DD3-4CFB-BA54-93B13E94F1AF}"/>
          </ac:picMkLst>
        </pc:picChg>
        <pc:picChg chg="mod">
          <ac:chgData name="EDUARDO SANCHEZ BURILLO" userId="4f0f9fff-8cc4-4437-a555-65efec65738e" providerId="ADAL" clId="{283B5199-012C-47AB-AFF4-66B77829CBED}" dt="2020-03-11T17:38:39.599" v="576" actId="1036"/>
          <ac:picMkLst>
            <pc:docMk/>
            <pc:sldMk cId="798560827" sldId="427"/>
            <ac:picMk id="18" creationId="{434DB3B1-4C46-4952-820E-5327071E4A0D}"/>
          </ac:picMkLst>
        </pc:picChg>
        <pc:picChg chg="add mod">
          <ac:chgData name="EDUARDO SANCHEZ BURILLO" userId="4f0f9fff-8cc4-4437-a555-65efec65738e" providerId="ADAL" clId="{283B5199-012C-47AB-AFF4-66B77829CBED}" dt="2020-03-11T17:38:39.599" v="576" actId="1036"/>
          <ac:picMkLst>
            <pc:docMk/>
            <pc:sldMk cId="798560827" sldId="427"/>
            <ac:picMk id="20" creationId="{3AD72A1C-9D75-4A04-AA4F-59D7F6731C56}"/>
          </ac:picMkLst>
        </pc:picChg>
        <pc:picChg chg="add mod">
          <ac:chgData name="EDUARDO SANCHEZ BURILLO" userId="4f0f9fff-8cc4-4437-a555-65efec65738e" providerId="ADAL" clId="{283B5199-012C-47AB-AFF4-66B77829CBED}" dt="2020-03-11T17:42:37.964" v="610" actId="1035"/>
          <ac:picMkLst>
            <pc:docMk/>
            <pc:sldMk cId="798560827" sldId="427"/>
            <ac:picMk id="21" creationId="{4886D227-F9B1-4C9E-8CC3-9CB6B588BD99}"/>
          </ac:picMkLst>
        </pc:picChg>
      </pc:sldChg>
      <pc:sldChg chg="modSp">
        <pc:chgData name="EDUARDO SANCHEZ BURILLO" userId="4f0f9fff-8cc4-4437-a555-65efec65738e" providerId="ADAL" clId="{283B5199-012C-47AB-AFF4-66B77829CBED}" dt="2020-03-11T18:43:31.435" v="3414" actId="20577"/>
        <pc:sldMkLst>
          <pc:docMk/>
          <pc:sldMk cId="1140050816" sldId="430"/>
        </pc:sldMkLst>
        <pc:spChg chg="mod">
          <ac:chgData name="EDUARDO SANCHEZ BURILLO" userId="4f0f9fff-8cc4-4437-a555-65efec65738e" providerId="ADAL" clId="{283B5199-012C-47AB-AFF4-66B77829CBED}" dt="2020-03-11T18:43:31.435" v="3414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del">
        <pc:chgData name="EDUARDO SANCHEZ BURILLO" userId="4f0f9fff-8cc4-4437-a555-65efec65738e" providerId="ADAL" clId="{283B5199-012C-47AB-AFF4-66B77829CBED}" dt="2020-03-11T17:48:07.321" v="806" actId="2696"/>
        <pc:sldMkLst>
          <pc:docMk/>
          <pc:sldMk cId="1112099047" sldId="431"/>
        </pc:sldMkLst>
      </pc:sldChg>
      <pc:sldChg chg="del">
        <pc:chgData name="EDUARDO SANCHEZ BURILLO" userId="4f0f9fff-8cc4-4437-a555-65efec65738e" providerId="ADAL" clId="{283B5199-012C-47AB-AFF4-66B77829CBED}" dt="2020-03-11T17:48:11.569" v="807" actId="47"/>
        <pc:sldMkLst>
          <pc:docMk/>
          <pc:sldMk cId="43992778" sldId="432"/>
        </pc:sldMkLst>
      </pc:sldChg>
      <pc:sldChg chg="addSp delSp modSp delAnim modAnim">
        <pc:chgData name="EDUARDO SANCHEZ BURILLO" userId="4f0f9fff-8cc4-4437-a555-65efec65738e" providerId="ADAL" clId="{283B5199-012C-47AB-AFF4-66B77829CBED}" dt="2020-03-11T18:40:17.192" v="3009" actId="1076"/>
        <pc:sldMkLst>
          <pc:docMk/>
          <pc:sldMk cId="1358161923" sldId="433"/>
        </pc:sldMkLst>
        <pc:spChg chg="add del">
          <ac:chgData name="EDUARDO SANCHEZ BURILLO" userId="4f0f9fff-8cc4-4437-a555-65efec65738e" providerId="ADAL" clId="{283B5199-012C-47AB-AFF4-66B77829CBED}" dt="2020-03-11T18:03:26.406" v="1197"/>
          <ac:spMkLst>
            <pc:docMk/>
            <pc:sldMk cId="1358161923" sldId="433"/>
            <ac:spMk id="2" creationId="{E1AE3A6B-201E-4AFD-9F2F-DCDA6FC01E15}"/>
          </ac:spMkLst>
        </pc:spChg>
        <pc:spChg chg="mod">
          <ac:chgData name="EDUARDO SANCHEZ BURILLO" userId="4f0f9fff-8cc4-4437-a555-65efec65738e" providerId="ADAL" clId="{283B5199-012C-47AB-AFF4-66B77829CBED}" dt="2020-03-11T18:03:45.066" v="1209" actId="20577"/>
          <ac:spMkLst>
            <pc:docMk/>
            <pc:sldMk cId="1358161923" sldId="433"/>
            <ac:spMk id="4" creationId="{705FF657-FCC0-144F-8C67-D6BFAAF7B2A6}"/>
          </ac:spMkLst>
        </pc:spChg>
        <pc:spChg chg="add del">
          <ac:chgData name="EDUARDO SANCHEZ BURILLO" userId="4f0f9fff-8cc4-4437-a555-65efec65738e" providerId="ADAL" clId="{283B5199-012C-47AB-AFF4-66B77829CBED}" dt="2020-03-11T18:03:31.609" v="1200"/>
          <ac:spMkLst>
            <pc:docMk/>
            <pc:sldMk cId="1358161923" sldId="433"/>
            <ac:spMk id="5" creationId="{8310D101-93F3-4041-A516-CB8CE697352E}"/>
          </ac:spMkLst>
        </pc:spChg>
        <pc:spChg chg="add del">
          <ac:chgData name="EDUARDO SANCHEZ BURILLO" userId="4f0f9fff-8cc4-4437-a555-65efec65738e" providerId="ADAL" clId="{283B5199-012C-47AB-AFF4-66B77829CBED}" dt="2020-03-11T18:03:33.657" v="1202"/>
          <ac:spMkLst>
            <pc:docMk/>
            <pc:sldMk cId="1358161923" sldId="433"/>
            <ac:spMk id="6" creationId="{C3407F96-F2D2-496B-851E-97DE1747DF52}"/>
          </ac:spMkLst>
        </pc:spChg>
        <pc:spChg chg="add del mod">
          <ac:chgData name="EDUARDO SANCHEZ BURILLO" userId="4f0f9fff-8cc4-4437-a555-65efec65738e" providerId="ADAL" clId="{283B5199-012C-47AB-AFF4-66B77829CBED}" dt="2020-03-11T18:10:03.520" v="1534" actId="478"/>
          <ac:spMkLst>
            <pc:docMk/>
            <pc:sldMk cId="1358161923" sldId="433"/>
            <ac:spMk id="7" creationId="{7FFEB3E5-8BE1-45A1-B8EB-99A7AEFCAF56}"/>
          </ac:spMkLst>
        </pc:spChg>
        <pc:spChg chg="add del mod">
          <ac:chgData name="EDUARDO SANCHEZ BURILLO" userId="4f0f9fff-8cc4-4437-a555-65efec65738e" providerId="ADAL" clId="{283B5199-012C-47AB-AFF4-66B77829CBED}" dt="2020-03-11T18:12:10.814" v="1718" actId="11529"/>
          <ac:spMkLst>
            <pc:docMk/>
            <pc:sldMk cId="1358161923" sldId="433"/>
            <ac:spMk id="8" creationId="{FECF4C84-7278-41C1-96EC-60A132B428F6}"/>
          </ac:spMkLst>
        </pc:spChg>
        <pc:spChg chg="add 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9" creationId="{0B3F5EE2-419D-4F71-B0EC-2A7A176710CC}"/>
          </ac:spMkLst>
        </pc:spChg>
        <pc:spChg chg="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22" creationId="{5187E578-40A0-478B-B00E-AF510DB8576E}"/>
          </ac:spMkLst>
        </pc:spChg>
        <pc:spChg chg="mod">
          <ac:chgData name="EDUARDO SANCHEZ BURILLO" userId="4f0f9fff-8cc4-4437-a555-65efec65738e" providerId="ADAL" clId="{283B5199-012C-47AB-AFF4-66B77829CBED}" dt="2020-03-11T18:20:54.054" v="2108" actId="1038"/>
          <ac:spMkLst>
            <pc:docMk/>
            <pc:sldMk cId="1358161923" sldId="433"/>
            <ac:spMk id="25" creationId="{CC840C91-6E2C-4FC2-AEC4-24FE6BE58F37}"/>
          </ac:spMkLst>
        </pc:spChg>
        <pc:spChg chg="mod">
          <ac:chgData name="EDUARDO SANCHEZ BURILLO" userId="4f0f9fff-8cc4-4437-a555-65efec65738e" providerId="ADAL" clId="{283B5199-012C-47AB-AFF4-66B77829CBED}" dt="2020-03-11T18:24:46.999" v="2124" actId="1076"/>
          <ac:spMkLst>
            <pc:docMk/>
            <pc:sldMk cId="1358161923" sldId="433"/>
            <ac:spMk id="38" creationId="{437AA46A-BE36-45C3-96A1-7F75487AEBE2}"/>
          </ac:spMkLst>
        </pc:spChg>
        <pc:spChg chg="mod">
          <ac:chgData name="EDUARDO SANCHEZ BURILLO" userId="4f0f9fff-8cc4-4437-a555-65efec65738e" providerId="ADAL" clId="{283B5199-012C-47AB-AFF4-66B77829CBED}" dt="2020-03-11T18:37:29.643" v="3007" actId="1076"/>
          <ac:spMkLst>
            <pc:docMk/>
            <pc:sldMk cId="1358161923" sldId="433"/>
            <ac:spMk id="40" creationId="{F23F99C5-92CD-42B4-9941-63FF26321DC0}"/>
          </ac:spMkLst>
        </pc:spChg>
        <pc:spChg chg="add del mod">
          <ac:chgData name="EDUARDO SANCHEZ BURILLO" userId="4f0f9fff-8cc4-4437-a555-65efec65738e" providerId="ADAL" clId="{283B5199-012C-47AB-AFF4-66B77829CBED}" dt="2020-03-11T18:27:50.499" v="2329" actId="478"/>
          <ac:spMkLst>
            <pc:docMk/>
            <pc:sldMk cId="1358161923" sldId="433"/>
            <ac:spMk id="48" creationId="{83F46714-E761-4E09-881E-4DC8A0103AB2}"/>
          </ac:spMkLst>
        </pc:spChg>
        <pc:spChg chg="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64" creationId="{AF093C6A-6E40-4A0F-9D66-DE5DF172A01D}"/>
          </ac:spMkLst>
        </pc:spChg>
        <pc:spChg chg="add 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69" creationId="{5F52A761-D86F-4A7C-A4FB-E126A80ABA39}"/>
          </ac:spMkLst>
        </pc:spChg>
        <pc:spChg chg="add 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71" creationId="{9B44AAF3-65DD-4684-ADC1-F0ACA192AAD0}"/>
          </ac:spMkLst>
        </pc:spChg>
        <pc:spChg chg="add mod">
          <ac:chgData name="EDUARDO SANCHEZ BURILLO" userId="4f0f9fff-8cc4-4437-a555-65efec65738e" providerId="ADAL" clId="{283B5199-012C-47AB-AFF4-66B77829CBED}" dt="2020-03-11T18:24:38.102" v="2123" actId="1076"/>
          <ac:spMkLst>
            <pc:docMk/>
            <pc:sldMk cId="1358161923" sldId="433"/>
            <ac:spMk id="72" creationId="{894CB6F5-6795-435A-9C5E-AC5DEB504566}"/>
          </ac:spMkLst>
        </pc:spChg>
        <pc:spChg chg="add del mod">
          <ac:chgData name="EDUARDO SANCHEZ BURILLO" userId="4f0f9fff-8cc4-4437-a555-65efec65738e" providerId="ADAL" clId="{283B5199-012C-47AB-AFF4-66B77829CBED}" dt="2020-03-11T18:16:27.089" v="1883" actId="478"/>
          <ac:spMkLst>
            <pc:docMk/>
            <pc:sldMk cId="1358161923" sldId="433"/>
            <ac:spMk id="77" creationId="{FAFF0855-8AB3-4E90-AD77-086408714C38}"/>
          </ac:spMkLst>
        </pc:spChg>
        <pc:spChg chg="del">
          <ac:chgData name="EDUARDO SANCHEZ BURILLO" userId="4f0f9fff-8cc4-4437-a555-65efec65738e" providerId="ADAL" clId="{283B5199-012C-47AB-AFF4-66B77829CBED}" dt="2020-03-11T18:09:07.956" v="1520" actId="478"/>
          <ac:spMkLst>
            <pc:docMk/>
            <pc:sldMk cId="1358161923" sldId="433"/>
            <ac:spMk id="87" creationId="{05018E39-297B-49E4-A2D3-7A5F7D146090}"/>
          </ac:spMkLst>
        </pc:spChg>
        <pc:spChg chg="del">
          <ac:chgData name="EDUARDO SANCHEZ BURILLO" userId="4f0f9fff-8cc4-4437-a555-65efec65738e" providerId="ADAL" clId="{283B5199-012C-47AB-AFF4-66B77829CBED}" dt="2020-03-11T18:09:07.956" v="1520" actId="478"/>
          <ac:spMkLst>
            <pc:docMk/>
            <pc:sldMk cId="1358161923" sldId="433"/>
            <ac:spMk id="88" creationId="{71FF58BA-08EA-4E76-A372-C868106338D1}"/>
          </ac:spMkLst>
        </pc:spChg>
        <pc:spChg chg="del">
          <ac:chgData name="EDUARDO SANCHEZ BURILLO" userId="4f0f9fff-8cc4-4437-a555-65efec65738e" providerId="ADAL" clId="{283B5199-012C-47AB-AFF4-66B77829CBED}" dt="2020-03-11T18:09:07.956" v="1520" actId="478"/>
          <ac:spMkLst>
            <pc:docMk/>
            <pc:sldMk cId="1358161923" sldId="433"/>
            <ac:spMk id="89" creationId="{00BD6CB1-E992-4E53-A500-921AF0EC0715}"/>
          </ac:spMkLst>
        </pc:spChg>
        <pc:spChg chg="del">
          <ac:chgData name="EDUARDO SANCHEZ BURILLO" userId="4f0f9fff-8cc4-4437-a555-65efec65738e" providerId="ADAL" clId="{283B5199-012C-47AB-AFF4-66B77829CBED}" dt="2020-03-11T18:09:07.956" v="1520" actId="478"/>
          <ac:spMkLst>
            <pc:docMk/>
            <pc:sldMk cId="1358161923" sldId="433"/>
            <ac:spMk id="90" creationId="{C690CD96-D0D0-406A-857F-AA2C3E18847E}"/>
          </ac:spMkLst>
        </pc:spChg>
        <pc:spChg chg="add 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92" creationId="{4894CD5C-4EB3-4A0C-A5D6-501143CE7154}"/>
          </ac:spMkLst>
        </pc:spChg>
        <pc:spChg chg="del mod">
          <ac:chgData name="EDUARDO SANCHEZ BURILLO" userId="4f0f9fff-8cc4-4437-a555-65efec65738e" providerId="ADAL" clId="{283B5199-012C-47AB-AFF4-66B77829CBED}" dt="2020-03-11T18:33:30.689" v="2624" actId="478"/>
          <ac:spMkLst>
            <pc:docMk/>
            <pc:sldMk cId="1358161923" sldId="433"/>
            <ac:spMk id="98" creationId="{B4446744-E882-44FE-9341-658B5EAA292A}"/>
          </ac:spMkLst>
        </pc:spChg>
        <pc:spChg chg="add mod">
          <ac:chgData name="EDUARDO SANCHEZ BURILLO" userId="4f0f9fff-8cc4-4437-a555-65efec65738e" providerId="ADAL" clId="{283B5199-012C-47AB-AFF4-66B77829CBED}" dt="2020-03-11T18:32:58.242" v="2591" actId="20577"/>
          <ac:spMkLst>
            <pc:docMk/>
            <pc:sldMk cId="1358161923" sldId="433"/>
            <ac:spMk id="100" creationId="{F66D6642-924E-420E-B81C-008DF6BBBB12}"/>
          </ac:spMkLst>
        </pc:spChg>
        <pc:spChg chg="add 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101" creationId="{57806DEE-B3C5-4CF7-9695-F62912098D90}"/>
          </ac:spMkLst>
        </pc:spChg>
        <pc:spChg chg="add del mod">
          <ac:chgData name="EDUARDO SANCHEZ BURILLO" userId="4f0f9fff-8cc4-4437-a555-65efec65738e" providerId="ADAL" clId="{283B5199-012C-47AB-AFF4-66B77829CBED}" dt="2020-03-11T18:18:02.985" v="2019" actId="478"/>
          <ac:spMkLst>
            <pc:docMk/>
            <pc:sldMk cId="1358161923" sldId="433"/>
            <ac:spMk id="102" creationId="{0555B0E9-F671-4464-A657-AE5F4E40AD78}"/>
          </ac:spMkLst>
        </pc:spChg>
        <pc:spChg chg="add del mod">
          <ac:chgData name="EDUARDO SANCHEZ BURILLO" userId="4f0f9fff-8cc4-4437-a555-65efec65738e" providerId="ADAL" clId="{283B5199-012C-47AB-AFF4-66B77829CBED}" dt="2020-03-11T18:18:53.538" v="2027" actId="478"/>
          <ac:spMkLst>
            <pc:docMk/>
            <pc:sldMk cId="1358161923" sldId="433"/>
            <ac:spMk id="103" creationId="{540F4B07-93B9-4664-AF1B-22824ED2C75B}"/>
          </ac:spMkLst>
        </pc:spChg>
        <pc:spChg chg="add mod">
          <ac:chgData name="EDUARDO SANCHEZ BURILLO" userId="4f0f9fff-8cc4-4437-a555-65efec65738e" providerId="ADAL" clId="{283B5199-012C-47AB-AFF4-66B77829CBED}" dt="2020-03-11T18:20:36.715" v="2091" actId="1038"/>
          <ac:spMkLst>
            <pc:docMk/>
            <pc:sldMk cId="1358161923" sldId="433"/>
            <ac:spMk id="104" creationId="{886DC74D-5E4A-448D-A001-F964AFB34532}"/>
          </ac:spMkLst>
        </pc:spChg>
        <pc:spChg chg="add mod">
          <ac:chgData name="EDUARDO SANCHEZ BURILLO" userId="4f0f9fff-8cc4-4437-a555-65efec65738e" providerId="ADAL" clId="{283B5199-012C-47AB-AFF4-66B77829CBED}" dt="2020-03-11T18:21:18.909" v="2112" actId="1076"/>
          <ac:spMkLst>
            <pc:docMk/>
            <pc:sldMk cId="1358161923" sldId="433"/>
            <ac:spMk id="105" creationId="{5B770BAF-E86A-4C73-B806-25C209A84A05}"/>
          </ac:spMkLst>
        </pc:spChg>
        <pc:spChg chg="add mod">
          <ac:chgData name="EDUARDO SANCHEZ BURILLO" userId="4f0f9fff-8cc4-4437-a555-65efec65738e" providerId="ADAL" clId="{283B5199-012C-47AB-AFF4-66B77829CBED}" dt="2020-03-11T18:37:39.313" v="3008" actId="14100"/>
          <ac:spMkLst>
            <pc:docMk/>
            <pc:sldMk cId="1358161923" sldId="433"/>
            <ac:spMk id="113" creationId="{72EBAF90-0AFC-424E-8F1F-05CCD40D5586}"/>
          </ac:spMkLst>
        </pc:spChg>
        <pc:spChg chg="add del mod">
          <ac:chgData name="EDUARDO SANCHEZ BURILLO" userId="4f0f9fff-8cc4-4437-a555-65efec65738e" providerId="ADAL" clId="{283B5199-012C-47AB-AFF4-66B77829CBED}" dt="2020-03-11T18:27:27.282" v="2325" actId="478"/>
          <ac:spMkLst>
            <pc:docMk/>
            <pc:sldMk cId="1358161923" sldId="433"/>
            <ac:spMk id="114" creationId="{EFFB8FB4-9118-4BF9-BD31-4D2411BBAE8F}"/>
          </ac:spMkLst>
        </pc:spChg>
        <pc:spChg chg="add mod">
          <ac:chgData name="EDUARDO SANCHEZ BURILLO" userId="4f0f9fff-8cc4-4437-a555-65efec65738e" providerId="ADAL" clId="{283B5199-012C-47AB-AFF4-66B77829CBED}" dt="2020-03-11T18:30:39.476" v="2536" actId="1036"/>
          <ac:spMkLst>
            <pc:docMk/>
            <pc:sldMk cId="1358161923" sldId="433"/>
            <ac:spMk id="115" creationId="{84A0CEE0-B243-4E6C-B67D-60909444B948}"/>
          </ac:spMkLst>
        </pc:spChg>
        <pc:spChg chg="add del mod">
          <ac:chgData name="EDUARDO SANCHEZ BURILLO" userId="4f0f9fff-8cc4-4437-a555-65efec65738e" providerId="ADAL" clId="{283B5199-012C-47AB-AFF4-66B77829CBED}" dt="2020-03-11T18:27:25.496" v="2324" actId="478"/>
          <ac:spMkLst>
            <pc:docMk/>
            <pc:sldMk cId="1358161923" sldId="433"/>
            <ac:spMk id="116" creationId="{5A244E48-5377-4718-A4DC-24DD24BC8F49}"/>
          </ac:spMkLst>
        </pc:spChg>
        <pc:spChg chg="add del mod">
          <ac:chgData name="EDUARDO SANCHEZ BURILLO" userId="4f0f9fff-8cc4-4437-a555-65efec65738e" providerId="ADAL" clId="{283B5199-012C-47AB-AFF4-66B77829CBED}" dt="2020-03-11T18:27:28.890" v="2326" actId="478"/>
          <ac:spMkLst>
            <pc:docMk/>
            <pc:sldMk cId="1358161923" sldId="433"/>
            <ac:spMk id="117" creationId="{84EF3D95-33E8-4B43-937A-D046CB15AF6D}"/>
          </ac:spMkLst>
        </pc:spChg>
        <pc:spChg chg="add del mod">
          <ac:chgData name="EDUARDO SANCHEZ BURILLO" userId="4f0f9fff-8cc4-4437-a555-65efec65738e" providerId="ADAL" clId="{283B5199-012C-47AB-AFF4-66B77829CBED}" dt="2020-03-11T18:30:24.111" v="2526" actId="478"/>
          <ac:spMkLst>
            <pc:docMk/>
            <pc:sldMk cId="1358161923" sldId="433"/>
            <ac:spMk id="118" creationId="{51E498AE-D490-4EFD-97DA-568B23195873}"/>
          </ac:spMkLst>
        </pc:spChg>
        <pc:spChg chg="add del mod">
          <ac:chgData name="EDUARDO SANCHEZ BURILLO" userId="4f0f9fff-8cc4-4437-a555-65efec65738e" providerId="ADAL" clId="{283B5199-012C-47AB-AFF4-66B77829CBED}" dt="2020-03-11T18:30:25.361" v="2527" actId="478"/>
          <ac:spMkLst>
            <pc:docMk/>
            <pc:sldMk cId="1358161923" sldId="433"/>
            <ac:spMk id="119" creationId="{57B48514-BAD0-4C69-B5B3-B189DB8DFAF6}"/>
          </ac:spMkLst>
        </pc:spChg>
        <pc:spChg chg="add del mod">
          <ac:chgData name="EDUARDO SANCHEZ BURILLO" userId="4f0f9fff-8cc4-4437-a555-65efec65738e" providerId="ADAL" clId="{283B5199-012C-47AB-AFF4-66B77829CBED}" dt="2020-03-11T18:30:26.795" v="2528" actId="478"/>
          <ac:spMkLst>
            <pc:docMk/>
            <pc:sldMk cId="1358161923" sldId="433"/>
            <ac:spMk id="120" creationId="{196221C7-DF78-4D77-A644-DF40CB584E9F}"/>
          </ac:spMkLst>
        </pc:spChg>
        <pc:spChg chg="add mod">
          <ac:chgData name="EDUARDO SANCHEZ BURILLO" userId="4f0f9fff-8cc4-4437-a555-65efec65738e" providerId="ADAL" clId="{283B5199-012C-47AB-AFF4-66B77829CBED}" dt="2020-03-11T18:31:11.147" v="2554" actId="20577"/>
          <ac:spMkLst>
            <pc:docMk/>
            <pc:sldMk cId="1358161923" sldId="433"/>
            <ac:spMk id="121" creationId="{25621A60-2682-4ED2-A6F1-6E9D77CF78C6}"/>
          </ac:spMkLst>
        </pc:spChg>
        <pc:spChg chg="add mod">
          <ac:chgData name="EDUARDO SANCHEZ BURILLO" userId="4f0f9fff-8cc4-4437-a555-65efec65738e" providerId="ADAL" clId="{283B5199-012C-47AB-AFF4-66B77829CBED}" dt="2020-03-11T18:31:14.014" v="2564" actId="20577"/>
          <ac:spMkLst>
            <pc:docMk/>
            <pc:sldMk cId="1358161923" sldId="433"/>
            <ac:spMk id="122" creationId="{6CD1D697-79F8-4408-8717-DB735A620C22}"/>
          </ac:spMkLst>
        </pc:spChg>
        <pc:spChg chg="add mod">
          <ac:chgData name="EDUARDO SANCHEZ BURILLO" userId="4f0f9fff-8cc4-4437-a555-65efec65738e" providerId="ADAL" clId="{283B5199-012C-47AB-AFF4-66B77829CBED}" dt="2020-03-11T18:31:19.900" v="2589" actId="20577"/>
          <ac:spMkLst>
            <pc:docMk/>
            <pc:sldMk cId="1358161923" sldId="433"/>
            <ac:spMk id="123" creationId="{B63BE079-BB41-4C45-A49D-9C0E276E1905}"/>
          </ac:spMkLst>
        </pc:spChg>
        <pc:spChg chg="add mod">
          <ac:chgData name="EDUARDO SANCHEZ BURILLO" userId="4f0f9fff-8cc4-4437-a555-65efec65738e" providerId="ADAL" clId="{283B5199-012C-47AB-AFF4-66B77829CBED}" dt="2020-03-11T18:40:17.192" v="3009" actId="1076"/>
          <ac:spMkLst>
            <pc:docMk/>
            <pc:sldMk cId="1358161923" sldId="433"/>
            <ac:spMk id="124" creationId="{60BD40EA-4DDB-4E5D-831A-9646F44439CE}"/>
          </ac:spMkLst>
        </pc:spChg>
        <pc:spChg chg="add mod">
          <ac:chgData name="EDUARDO SANCHEZ BURILLO" userId="4f0f9fff-8cc4-4437-a555-65efec65738e" providerId="ADAL" clId="{283B5199-012C-47AB-AFF4-66B77829CBED}" dt="2020-03-11T18:37:18.797" v="3006" actId="1037"/>
          <ac:spMkLst>
            <pc:docMk/>
            <pc:sldMk cId="1358161923" sldId="433"/>
            <ac:spMk id="125" creationId="{04CAD8D2-099B-4217-89A3-553D21A4CF73}"/>
          </ac:spMkLst>
        </pc:spChg>
        <pc:graphicFrameChg chg="add mod modGraphic">
          <ac:chgData name="EDUARDO SANCHEZ BURILLO" userId="4f0f9fff-8cc4-4437-a555-65efec65738e" providerId="ADAL" clId="{283B5199-012C-47AB-AFF4-66B77829CBED}" dt="2020-03-11T18:33:26.866" v="2623" actId="20577"/>
          <ac:graphicFrameMkLst>
            <pc:docMk/>
            <pc:sldMk cId="1358161923" sldId="433"/>
            <ac:graphicFrameMk id="10" creationId="{CE74D8B8-4521-4AD8-A711-4E394D3587E1}"/>
          </ac:graphicFrameMkLst>
        </pc:graphicFrameChg>
        <pc:graphicFrameChg chg="del mod modGraphic">
          <ac:chgData name="EDUARDO SANCHEZ BURILLO" userId="4f0f9fff-8cc4-4437-a555-65efec65738e" providerId="ADAL" clId="{283B5199-012C-47AB-AFF4-66B77829CBED}" dt="2020-03-11T18:09:41.659" v="1532" actId="478"/>
          <ac:graphicFrameMkLst>
            <pc:docMk/>
            <pc:sldMk cId="1358161923" sldId="433"/>
            <ac:graphicFrameMk id="49" creationId="{17641B55-046C-409A-BB56-002F8AF051D5}"/>
          </ac:graphicFrameMkLst>
        </pc:graphicFrameChg>
        <pc:picChg chg="add mod">
          <ac:chgData name="EDUARDO SANCHEZ BURILLO" userId="4f0f9fff-8cc4-4437-a555-65efec65738e" providerId="ADAL" clId="{283B5199-012C-47AB-AFF4-66B77829CBED}" dt="2020-03-11T18:34:23.346" v="2630" actId="1076"/>
          <ac:picMkLst>
            <pc:docMk/>
            <pc:sldMk cId="1358161923" sldId="433"/>
            <ac:picMk id="12" creationId="{C407E797-8BEE-45CA-8EF5-F4549C763254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15" creationId="{6C5E07FA-17F9-4D52-97B3-3E96F21EA60E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26" creationId="{69471D48-E4EA-46F7-BB52-9E164239C5A3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27" creationId="{F1361A13-C529-4EB4-BE59-51D5B1519290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28" creationId="{3F59F527-2715-46C7-8519-CBFDB22A9961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29" creationId="{E1BE1A92-E87C-4736-AA7A-89D217B118EF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30" creationId="{9C4B9264-EE35-40C4-9B6A-FBE717D279D8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33" creationId="{E10CBE6D-C806-4EB8-8AE8-6D280AFDAA7B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34" creationId="{29FD8727-34E8-49C2-8387-E401C48C0ACB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36" creationId="{F4BEC37B-5BBF-4938-8D82-D6B5C4A14D3D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37" creationId="{4CB00276-A0E6-4F9B-ACE9-D74893B84C8D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42" creationId="{DBBC4E4E-C4F5-4430-9E19-F4BE4CC1C001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44" creationId="{B8CDC7D1-FE86-4A2D-A5E9-13EB0CF4CB31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47" creationId="{55CF9EDE-6816-40DF-9DE1-73C123BCA96E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0" creationId="{A8865B1F-B2CB-4A81-B09F-AC11845931ED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1" creationId="{BDFD5748-9EF0-40AE-B0DD-9B609B430319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2" creationId="{8D90CEA2-791C-4B45-8494-95DD19790BE4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3" creationId="{034A73AC-EEB1-43C1-B5B7-0855C65EA490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4" creationId="{04B8E59E-FBC9-4893-82DC-E72058FBB469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5" creationId="{F0AD91EE-8631-4F71-82D2-F100082990A6}"/>
          </ac:picMkLst>
        </pc:picChg>
        <pc:picChg chg="add del">
          <ac:chgData name="EDUARDO SANCHEZ BURILLO" userId="4f0f9fff-8cc4-4437-a555-65efec65738e" providerId="ADAL" clId="{283B5199-012C-47AB-AFF4-66B77829CBED}" dt="2020-03-11T18:10:12.806" v="1538"/>
          <ac:picMkLst>
            <pc:docMk/>
            <pc:sldMk cId="1358161923" sldId="433"/>
            <ac:picMk id="56" creationId="{279301AF-9083-465F-83BC-53E4AC7A2AD3}"/>
          </ac:picMkLst>
        </pc:picChg>
        <pc:picChg chg="add mod">
          <ac:chgData name="EDUARDO SANCHEZ BURILLO" userId="4f0f9fff-8cc4-4437-a555-65efec65738e" providerId="ADAL" clId="{283B5199-012C-47AB-AFF4-66B77829CBED}" dt="2020-03-11T18:10:12.047" v="1537" actId="571"/>
          <ac:picMkLst>
            <pc:docMk/>
            <pc:sldMk cId="1358161923" sldId="433"/>
            <ac:picMk id="57" creationId="{669F3DD1-2014-4FF5-A795-43F9802E4A74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58" creationId="{050DDC80-5AA8-4D75-A0F8-9F84A0468BCF}"/>
          </ac:picMkLst>
        </pc:picChg>
        <pc:picChg chg="mod ord">
          <ac:chgData name="EDUARDO SANCHEZ BURILLO" userId="4f0f9fff-8cc4-4437-a555-65efec65738e" providerId="ADAL" clId="{283B5199-012C-47AB-AFF4-66B77829CBED}" dt="2020-03-11T18:29:06.983" v="2405" actId="1036"/>
          <ac:picMkLst>
            <pc:docMk/>
            <pc:sldMk cId="1358161923" sldId="433"/>
            <ac:picMk id="59" creationId="{3449F74B-5423-4C83-9A9C-6BABF11AADC7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0" creationId="{D7EB88DE-0BDC-4EB9-82C4-DF4E00FE7992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1" creationId="{11787BA1-B717-41AF-9B91-93F577E8FB99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2" creationId="{1CBC9D17-7BBC-46AF-AF8D-26C6AB3F2B80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3" creationId="{2BAD17F8-D3BB-4FD4-A2CE-77CF0F100830}"/>
          </ac:picMkLst>
        </pc:picChg>
        <pc:picChg chg="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5" creationId="{704ED2E4-8461-40AF-BE7E-C77FE346A6A6}"/>
          </ac:picMkLst>
        </pc:picChg>
        <pc:picChg chg="add del mod">
          <ac:chgData name="EDUARDO SANCHEZ BURILLO" userId="4f0f9fff-8cc4-4437-a555-65efec65738e" providerId="ADAL" clId="{283B5199-012C-47AB-AFF4-66B77829CBED}" dt="2020-03-11T18:10:33.560" v="1541" actId="478"/>
          <ac:picMkLst>
            <pc:docMk/>
            <pc:sldMk cId="1358161923" sldId="433"/>
            <ac:picMk id="66" creationId="{3B4B5D0F-653C-43BF-A46D-7D138A629F5E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7" creationId="{BEE1EBCE-7D23-469B-9611-9AB2AEF35D0B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68" creationId="{9F99D1DB-845A-47F7-B1B9-366749FDE839}"/>
          </ac:picMkLst>
        </pc:picChg>
        <pc:picChg chg="mod ord">
          <ac:chgData name="EDUARDO SANCHEZ BURILLO" userId="4f0f9fff-8cc4-4437-a555-65efec65738e" providerId="ADAL" clId="{283B5199-012C-47AB-AFF4-66B77829CBED}" dt="2020-03-11T18:29:12.704" v="2419" actId="1035"/>
          <ac:picMkLst>
            <pc:docMk/>
            <pc:sldMk cId="1358161923" sldId="433"/>
            <ac:picMk id="73" creationId="{894D045F-C76A-42C9-A36E-1A639E6DA066}"/>
          </ac:picMkLst>
        </pc:picChg>
        <pc:picChg chg="mod ord">
          <ac:chgData name="EDUARDO SANCHEZ BURILLO" userId="4f0f9fff-8cc4-4437-a555-65efec65738e" providerId="ADAL" clId="{283B5199-012C-47AB-AFF4-66B77829CBED}" dt="2020-03-11T18:29:17.283" v="2433" actId="1035"/>
          <ac:picMkLst>
            <pc:docMk/>
            <pc:sldMk cId="1358161923" sldId="433"/>
            <ac:picMk id="74" creationId="{5EFB42D0-515E-4DA2-B152-2F24F13838A0}"/>
          </ac:picMkLst>
        </pc:picChg>
        <pc:picChg chg="mod">
          <ac:chgData name="EDUARDO SANCHEZ BURILLO" userId="4f0f9fff-8cc4-4437-a555-65efec65738e" providerId="ADAL" clId="{283B5199-012C-47AB-AFF4-66B77829CBED}" dt="2020-03-11T18:29:23.034" v="2441" actId="1035"/>
          <ac:picMkLst>
            <pc:docMk/>
            <pc:sldMk cId="1358161923" sldId="433"/>
            <ac:picMk id="75" creationId="{A82E86FD-7E69-4853-B8CC-1EB095EB887D}"/>
          </ac:picMkLst>
        </pc:picChg>
        <pc:picChg chg="del mod">
          <ac:chgData name="EDUARDO SANCHEZ BURILLO" userId="4f0f9fff-8cc4-4437-a555-65efec65738e" providerId="ADAL" clId="{283B5199-012C-47AB-AFF4-66B77829CBED}" dt="2020-03-11T18:24:23.066" v="2121" actId="478"/>
          <ac:picMkLst>
            <pc:docMk/>
            <pc:sldMk cId="1358161923" sldId="433"/>
            <ac:picMk id="76" creationId="{23099588-D0A5-4434-B4F6-AD0F73FDB585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78" creationId="{57F6704F-DECD-4F3A-AFC7-5E744A6881FB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79" creationId="{4F2C16B2-FF54-4230-AB4A-D46074CDC1DE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80" creationId="{59F2CCD6-4224-46ED-85F8-09D0F2FF4E59}"/>
          </ac:picMkLst>
        </pc:picChg>
        <pc:picChg chg="mod ord">
          <ac:chgData name="EDUARDO SANCHEZ BURILLO" userId="4f0f9fff-8cc4-4437-a555-65efec65738e" providerId="ADAL" clId="{283B5199-012C-47AB-AFF4-66B77829CBED}" dt="2020-03-11T18:29:12.704" v="2419" actId="1035"/>
          <ac:picMkLst>
            <pc:docMk/>
            <pc:sldMk cId="1358161923" sldId="433"/>
            <ac:picMk id="81" creationId="{D876BA0D-F8DA-4389-A5B7-2A2B4FDF79E2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82" creationId="{2D73B844-3810-4301-BCAE-027EFD1531AB}"/>
          </ac:picMkLst>
        </pc:picChg>
        <pc:picChg chg="mod ord">
          <ac:chgData name="EDUARDO SANCHEZ BURILLO" userId="4f0f9fff-8cc4-4437-a555-65efec65738e" providerId="ADAL" clId="{283B5199-012C-47AB-AFF4-66B77829CBED}" dt="2020-03-11T18:29:06.983" v="2405" actId="1036"/>
          <ac:picMkLst>
            <pc:docMk/>
            <pc:sldMk cId="1358161923" sldId="433"/>
            <ac:picMk id="83" creationId="{D7F39869-8A0E-4B3B-8451-A0CA8E6DB5C4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84" creationId="{E5BC6F13-DB1D-42DD-BB4E-F4ADFA17DAF6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85" creationId="{C81C0CCE-EE82-4DDF-B9E8-64F901715F4E}"/>
          </ac:picMkLst>
        </pc:picChg>
        <pc:picChg chg="add mod">
          <ac:chgData name="EDUARDO SANCHEZ BURILLO" userId="4f0f9fff-8cc4-4437-a555-65efec65738e" providerId="ADAL" clId="{283B5199-012C-47AB-AFF4-66B77829CBED}" dt="2020-03-11T18:20:36.715" v="2091" actId="1038"/>
          <ac:picMkLst>
            <pc:docMk/>
            <pc:sldMk cId="1358161923" sldId="433"/>
            <ac:picMk id="86" creationId="{E2399D60-CE38-46E8-8828-01C6E7D62807}"/>
          </ac:picMkLst>
        </pc:picChg>
        <pc:picChg chg="del">
          <ac:chgData name="EDUARDO SANCHEZ BURILLO" userId="4f0f9fff-8cc4-4437-a555-65efec65738e" providerId="ADAL" clId="{283B5199-012C-47AB-AFF4-66B77829CBED}" dt="2020-03-11T18:24:10.884" v="2118" actId="478"/>
          <ac:picMkLst>
            <pc:docMk/>
            <pc:sldMk cId="1358161923" sldId="433"/>
            <ac:picMk id="91" creationId="{45F83106-9C5A-445A-AA1A-7E104CE999FF}"/>
          </ac:picMkLst>
        </pc:picChg>
        <pc:picChg chg="del">
          <ac:chgData name="EDUARDO SANCHEZ BURILLO" userId="4f0f9fff-8cc4-4437-a555-65efec65738e" providerId="ADAL" clId="{283B5199-012C-47AB-AFF4-66B77829CBED}" dt="2020-03-11T18:09:17.066" v="1522" actId="478"/>
          <ac:picMkLst>
            <pc:docMk/>
            <pc:sldMk cId="1358161923" sldId="433"/>
            <ac:picMk id="93" creationId="{E7274A72-6692-46AB-BC82-1192C8816F25}"/>
          </ac:picMkLst>
        </pc:picChg>
        <pc:picChg chg="del">
          <ac:chgData name="EDUARDO SANCHEZ BURILLO" userId="4f0f9fff-8cc4-4437-a555-65efec65738e" providerId="ADAL" clId="{283B5199-012C-47AB-AFF4-66B77829CBED}" dt="2020-03-11T18:24:10.884" v="2118" actId="478"/>
          <ac:picMkLst>
            <pc:docMk/>
            <pc:sldMk cId="1358161923" sldId="433"/>
            <ac:picMk id="94" creationId="{7A1B3713-B9F4-4B78-BE1C-DBB281C28C73}"/>
          </ac:picMkLst>
        </pc:picChg>
        <pc:picChg chg="del">
          <ac:chgData name="EDUARDO SANCHEZ BURILLO" userId="4f0f9fff-8cc4-4437-a555-65efec65738e" providerId="ADAL" clId="{283B5199-012C-47AB-AFF4-66B77829CBED}" dt="2020-03-11T18:09:17.066" v="1522" actId="478"/>
          <ac:picMkLst>
            <pc:docMk/>
            <pc:sldMk cId="1358161923" sldId="433"/>
            <ac:picMk id="95" creationId="{CA5B92C0-5E39-4E62-9B13-D3BD4774DA54}"/>
          </ac:picMkLst>
        </pc:picChg>
        <pc:picChg chg="del">
          <ac:chgData name="EDUARDO SANCHEZ BURILLO" userId="4f0f9fff-8cc4-4437-a555-65efec65738e" providerId="ADAL" clId="{283B5199-012C-47AB-AFF4-66B77829CBED}" dt="2020-03-11T18:09:17.066" v="1522" actId="478"/>
          <ac:picMkLst>
            <pc:docMk/>
            <pc:sldMk cId="1358161923" sldId="433"/>
            <ac:picMk id="96" creationId="{ADEED271-711B-4125-8CD6-901D0D3AEC0C}"/>
          </ac:picMkLst>
        </pc:picChg>
        <pc:picChg chg="del">
          <ac:chgData name="EDUARDO SANCHEZ BURILLO" userId="4f0f9fff-8cc4-4437-a555-65efec65738e" providerId="ADAL" clId="{283B5199-012C-47AB-AFF4-66B77829CBED}" dt="2020-03-11T18:09:17.066" v="1522" actId="478"/>
          <ac:picMkLst>
            <pc:docMk/>
            <pc:sldMk cId="1358161923" sldId="433"/>
            <ac:picMk id="97" creationId="{D3895DBD-CFCD-4371-BE78-5FCB1DEE3CE3}"/>
          </ac:picMkLst>
        </pc:picChg>
        <pc:picChg chg="del">
          <ac:chgData name="EDUARDO SANCHEZ BURILLO" userId="4f0f9fff-8cc4-4437-a555-65efec65738e" providerId="ADAL" clId="{283B5199-012C-47AB-AFF4-66B77829CBED}" dt="2020-03-11T18:09:12.923" v="1521" actId="478"/>
          <ac:picMkLst>
            <pc:docMk/>
            <pc:sldMk cId="1358161923" sldId="433"/>
            <ac:picMk id="99" creationId="{CE34F029-2DBB-4EFE-9F9D-DE048E42EE22}"/>
          </ac:picMkLst>
        </pc:picChg>
        <pc:picChg chg="add mod">
          <ac:chgData name="EDUARDO SANCHEZ BURILLO" userId="4f0f9fff-8cc4-4437-a555-65efec65738e" providerId="ADAL" clId="{283B5199-012C-47AB-AFF4-66B77829CBED}" dt="2020-03-11T18:29:23.034" v="2441" actId="1035"/>
          <ac:picMkLst>
            <pc:docMk/>
            <pc:sldMk cId="1358161923" sldId="433"/>
            <ac:picMk id="106" creationId="{419AD218-AD83-4D9D-B567-CB5DCF3B5D00}"/>
          </ac:picMkLst>
        </pc:picChg>
        <pc:picChg chg="add mod">
          <ac:chgData name="EDUARDO SANCHEZ BURILLO" userId="4f0f9fff-8cc4-4437-a555-65efec65738e" providerId="ADAL" clId="{283B5199-012C-47AB-AFF4-66B77829CBED}" dt="2020-03-11T18:25:18.780" v="2213" actId="1037"/>
          <ac:picMkLst>
            <pc:docMk/>
            <pc:sldMk cId="1358161923" sldId="433"/>
            <ac:picMk id="107" creationId="{1651C178-DC62-46C6-B68E-6EFEBC51474E}"/>
          </ac:picMkLst>
        </pc:picChg>
        <pc:picChg chg="add mod">
          <ac:chgData name="EDUARDO SANCHEZ BURILLO" userId="4f0f9fff-8cc4-4437-a555-65efec65738e" providerId="ADAL" clId="{283B5199-012C-47AB-AFF4-66B77829CBED}" dt="2020-03-11T18:29:37.069" v="2458" actId="1037"/>
          <ac:picMkLst>
            <pc:docMk/>
            <pc:sldMk cId="1358161923" sldId="433"/>
            <ac:picMk id="108" creationId="{85868388-7D55-48D0-8B5C-040D7A91FE99}"/>
          </ac:picMkLst>
        </pc:picChg>
        <pc:picChg chg="add mod">
          <ac:chgData name="EDUARDO SANCHEZ BURILLO" userId="4f0f9fff-8cc4-4437-a555-65efec65738e" providerId="ADAL" clId="{283B5199-012C-47AB-AFF4-66B77829CBED}" dt="2020-03-11T18:29:33.732" v="2447" actId="1038"/>
          <ac:picMkLst>
            <pc:docMk/>
            <pc:sldMk cId="1358161923" sldId="433"/>
            <ac:picMk id="109" creationId="{EAB98F37-7A99-4B54-8C4A-8CE16DF73A8B}"/>
          </ac:picMkLst>
        </pc:picChg>
        <pc:picChg chg="add mod">
          <ac:chgData name="EDUARDO SANCHEZ BURILLO" userId="4f0f9fff-8cc4-4437-a555-65efec65738e" providerId="ADAL" clId="{283B5199-012C-47AB-AFF4-66B77829CBED}" dt="2020-03-11T18:25:37.279" v="2284" actId="1076"/>
          <ac:picMkLst>
            <pc:docMk/>
            <pc:sldMk cId="1358161923" sldId="433"/>
            <ac:picMk id="110" creationId="{7602A63B-A83B-4D3D-BDBF-3F3FF760F1A1}"/>
          </ac:picMkLst>
        </pc:picChg>
        <pc:picChg chg="add mod">
          <ac:chgData name="EDUARDO SANCHEZ BURILLO" userId="4f0f9fff-8cc4-4437-a555-65efec65738e" providerId="ADAL" clId="{283B5199-012C-47AB-AFF4-66B77829CBED}" dt="2020-03-11T18:25:37.279" v="2284" actId="1076"/>
          <ac:picMkLst>
            <pc:docMk/>
            <pc:sldMk cId="1358161923" sldId="433"/>
            <ac:picMk id="111" creationId="{97E9C885-5267-4D5A-B255-5E72A2559514}"/>
          </ac:picMkLst>
        </pc:picChg>
        <pc:picChg chg="add mod">
          <ac:chgData name="EDUARDO SANCHEZ BURILLO" userId="4f0f9fff-8cc4-4437-a555-65efec65738e" providerId="ADAL" clId="{283B5199-012C-47AB-AFF4-66B77829CBED}" dt="2020-03-11T18:25:37.279" v="2284" actId="1076"/>
          <ac:picMkLst>
            <pc:docMk/>
            <pc:sldMk cId="1358161923" sldId="433"/>
            <ac:picMk id="112" creationId="{40368714-67EF-49CC-8CBF-9566C770B757}"/>
          </ac:picMkLst>
        </pc:picChg>
      </pc:sldChg>
      <pc:sldChg chg="addSp delSp modSp delAnim modAnim">
        <pc:chgData name="EDUARDO SANCHEZ BURILLO" userId="4f0f9fff-8cc4-4437-a555-65efec65738e" providerId="ADAL" clId="{283B5199-012C-47AB-AFF4-66B77829CBED}" dt="2020-03-11T18:36:59.229" v="2997" actId="20577"/>
        <pc:sldMkLst>
          <pc:docMk/>
          <pc:sldMk cId="278034381" sldId="434"/>
        </pc:sldMkLst>
        <pc:spChg chg="mod">
          <ac:chgData name="EDUARDO SANCHEZ BURILLO" userId="4f0f9fff-8cc4-4437-a555-65efec65738e" providerId="ADAL" clId="{283B5199-012C-47AB-AFF4-66B77829CBED}" dt="2020-03-11T17:57:28.132" v="1195" actId="207"/>
          <ac:spMkLst>
            <pc:docMk/>
            <pc:sldMk cId="278034381" sldId="434"/>
            <ac:spMk id="4" creationId="{50213A59-5CCB-4F46-8FF8-AE7DA930C69C}"/>
          </ac:spMkLst>
        </pc:spChg>
        <pc:spChg chg="del">
          <ac:chgData name="EDUARDO SANCHEZ BURILLO" userId="4f0f9fff-8cc4-4437-a555-65efec65738e" providerId="ADAL" clId="{283B5199-012C-47AB-AFF4-66B77829CBED}" dt="2020-03-11T17:54:41.066" v="1174" actId="478"/>
          <ac:spMkLst>
            <pc:docMk/>
            <pc:sldMk cId="278034381" sldId="434"/>
            <ac:spMk id="5" creationId="{ED158E35-C348-47A9-8659-9FE6B83243A7}"/>
          </ac:spMkLst>
        </pc:spChg>
        <pc:spChg chg="mod">
          <ac:chgData name="EDUARDO SANCHEZ BURILLO" userId="4f0f9fff-8cc4-4437-a555-65efec65738e" providerId="ADAL" clId="{283B5199-012C-47AB-AFF4-66B77829CBED}" dt="2020-03-11T18:36:59.229" v="2997" actId="20577"/>
          <ac:spMkLst>
            <pc:docMk/>
            <pc:sldMk cId="278034381" sldId="434"/>
            <ac:spMk id="6" creationId="{4D34196A-02CA-4E09-B136-AE5DD4801A6B}"/>
          </ac:spMkLst>
        </pc:spChg>
        <pc:spChg chg="add del mod">
          <ac:chgData name="EDUARDO SANCHEZ BURILLO" userId="4f0f9fff-8cc4-4437-a555-65efec65738e" providerId="ADAL" clId="{283B5199-012C-47AB-AFF4-66B77829CBED}" dt="2020-03-11T17:54:47.279" v="1175" actId="478"/>
          <ac:spMkLst>
            <pc:docMk/>
            <pc:sldMk cId="278034381" sldId="434"/>
            <ac:spMk id="8" creationId="{7E9BB182-9929-418F-9231-B23004AE899B}"/>
          </ac:spMkLst>
        </pc:spChg>
        <pc:picChg chg="del">
          <ac:chgData name="EDUARDO SANCHEZ BURILLO" userId="4f0f9fff-8cc4-4437-a555-65efec65738e" providerId="ADAL" clId="{283B5199-012C-47AB-AFF4-66B77829CBED}" dt="2020-03-11T17:49:24.337" v="895" actId="478"/>
          <ac:picMkLst>
            <pc:docMk/>
            <pc:sldMk cId="278034381" sldId="434"/>
            <ac:picMk id="9" creationId="{C236B0C6-06E9-43BC-BDD2-5EF62E20C885}"/>
          </ac:picMkLst>
        </pc:picChg>
        <pc:picChg chg="del">
          <ac:chgData name="EDUARDO SANCHEZ BURILLO" userId="4f0f9fff-8cc4-4437-a555-65efec65738e" providerId="ADAL" clId="{283B5199-012C-47AB-AFF4-66B77829CBED}" dt="2020-03-11T17:49:22.591" v="894" actId="478"/>
          <ac:picMkLst>
            <pc:docMk/>
            <pc:sldMk cId="278034381" sldId="434"/>
            <ac:picMk id="10" creationId="{6FC90D4B-7F4B-4DC0-9A57-156E0E2693EB}"/>
          </ac:picMkLst>
        </pc:picChg>
      </pc:sldChg>
    </pc:docChg>
  </pc:docChgLst>
  <pc:docChgLst>
    <pc:chgData name="JORGE PEREZ HEREDIA" userId="S::jorge.perez@predictland.onmicrosoft.com::d91a5bf9-533c-4af3-8d82-bb52d16ef3cb" providerId="AD" clId="Web-{389F111B-2A8D-4469-B25E-1A78C77AB60F}"/>
    <pc:docChg chg="modSld">
      <pc:chgData name="JORGE PEREZ HEREDIA" userId="S::jorge.perez@predictland.onmicrosoft.com::d91a5bf9-533c-4af3-8d82-bb52d16ef3cb" providerId="AD" clId="Web-{389F111B-2A8D-4469-B25E-1A78C77AB60F}" dt="2020-02-26T16:58:58.695" v="61"/>
      <pc:docMkLst>
        <pc:docMk/>
      </pc:docMkLst>
      <pc:sldChg chg="modSp">
        <pc:chgData name="JORGE PEREZ HEREDIA" userId="S::jorge.perez@predictland.onmicrosoft.com::d91a5bf9-533c-4af3-8d82-bb52d16ef3cb" providerId="AD" clId="Web-{389F111B-2A8D-4469-B25E-1A78C77AB60F}" dt="2020-02-26T16:53:02.837" v="55" actId="1076"/>
        <pc:sldMkLst>
          <pc:docMk/>
          <pc:sldMk cId="457879814" sldId="256"/>
        </pc:sldMkLst>
        <pc:spChg chg="mod">
          <ac:chgData name="JORGE PEREZ HEREDIA" userId="S::jorge.perez@predictland.onmicrosoft.com::d91a5bf9-533c-4af3-8d82-bb52d16ef3cb" providerId="AD" clId="Web-{389F111B-2A8D-4469-B25E-1A78C77AB60F}" dt="2020-02-26T16:47:29.635" v="3" actId="20577"/>
          <ac:spMkLst>
            <pc:docMk/>
            <pc:sldMk cId="457879814" sldId="256"/>
            <ac:spMk id="3" creationId="{00000000-0000-0000-0000-000000000000}"/>
          </ac:spMkLst>
        </pc:spChg>
        <pc:spChg chg="mod">
          <ac:chgData name="JORGE PEREZ HEREDIA" userId="S::jorge.perez@predictland.onmicrosoft.com::d91a5bf9-533c-4af3-8d82-bb52d16ef3cb" providerId="AD" clId="Web-{389F111B-2A8D-4469-B25E-1A78C77AB60F}" dt="2020-02-26T16:53:02.837" v="55" actId="1076"/>
          <ac:spMkLst>
            <pc:docMk/>
            <pc:sldMk cId="457879814" sldId="256"/>
            <ac:spMk id="4" creationId="{00000000-0000-0000-0000-000000000000}"/>
          </ac:spMkLst>
        </pc:spChg>
        <pc:spChg chg="mod">
          <ac:chgData name="JORGE PEREZ HEREDIA" userId="S::jorge.perez@predictland.onmicrosoft.com::d91a5bf9-533c-4af3-8d82-bb52d16ef3cb" providerId="AD" clId="Web-{389F111B-2A8D-4469-B25E-1A78C77AB60F}" dt="2020-02-26T16:51:47.103" v="44" actId="20577"/>
          <ac:spMkLst>
            <pc:docMk/>
            <pc:sldMk cId="457879814" sldId="256"/>
            <ac:spMk id="5" creationId="{00000000-0000-0000-0000-000000000000}"/>
          </ac:spMkLst>
        </pc:spChg>
      </pc:sldChg>
      <pc:sldChg chg="delCm">
        <pc:chgData name="JORGE PEREZ HEREDIA" userId="S::jorge.perez@predictland.onmicrosoft.com::d91a5bf9-533c-4af3-8d82-bb52d16ef3cb" providerId="AD" clId="Web-{389F111B-2A8D-4469-B25E-1A78C77AB60F}" dt="2020-02-26T16:53:49.352" v="56"/>
        <pc:sldMkLst>
          <pc:docMk/>
          <pc:sldMk cId="3005267238" sldId="428"/>
        </pc:sldMkLst>
      </pc:sldChg>
      <pc:sldChg chg="modSp">
        <pc:chgData name="JORGE PEREZ HEREDIA" userId="S::jorge.perez@predictland.onmicrosoft.com::d91a5bf9-533c-4af3-8d82-bb52d16ef3cb" providerId="AD" clId="Web-{389F111B-2A8D-4469-B25E-1A78C77AB60F}" dt="2020-02-26T16:58:54.070" v="59" actId="20577"/>
        <pc:sldMkLst>
          <pc:docMk/>
          <pc:sldMk cId="1140050816" sldId="430"/>
        </pc:sldMkLst>
        <pc:spChg chg="mod">
          <ac:chgData name="JORGE PEREZ HEREDIA" userId="S::jorge.perez@predictland.onmicrosoft.com::d91a5bf9-533c-4af3-8d82-bb52d16ef3cb" providerId="AD" clId="Web-{389F111B-2A8D-4469-B25E-1A78C77AB60F}" dt="2020-02-26T16:58:54.070" v="59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delCm">
        <pc:chgData name="JORGE PEREZ HEREDIA" userId="S::jorge.perez@predictland.onmicrosoft.com::d91a5bf9-533c-4af3-8d82-bb52d16ef3cb" providerId="AD" clId="Web-{389F111B-2A8D-4469-B25E-1A78C77AB60F}" dt="2020-02-26T16:58:58.695" v="61"/>
        <pc:sldMkLst>
          <pc:docMk/>
          <pc:sldMk cId="1358161923" sldId="433"/>
        </pc:sldMkLst>
      </pc:sldChg>
    </pc:docChg>
  </pc:docChgLst>
  <pc:docChgLst>
    <pc:chgData name="JORGE PEREZ HEREDIA" userId="d91a5bf9-533c-4af3-8d82-bb52d16ef3cb" providerId="ADAL" clId="{A69445FE-F50B-4C9A-8320-1BECF320A370}"/>
    <pc:docChg chg="undo custSel delSld modSld">
      <pc:chgData name="JORGE PEREZ HEREDIA" userId="d91a5bf9-533c-4af3-8d82-bb52d16ef3cb" providerId="ADAL" clId="{A69445FE-F50B-4C9A-8320-1BECF320A370}" dt="2020-02-28T08:21:04.163" v="2507" actId="47"/>
      <pc:docMkLst>
        <pc:docMk/>
      </pc:docMkLst>
      <pc:sldChg chg="addSp delSp modSp mod">
        <pc:chgData name="JORGE PEREZ HEREDIA" userId="d91a5bf9-533c-4af3-8d82-bb52d16ef3cb" providerId="ADAL" clId="{A69445FE-F50B-4C9A-8320-1BECF320A370}" dt="2020-02-27T16:13:21.132" v="240" actId="790"/>
        <pc:sldMkLst>
          <pc:docMk/>
          <pc:sldMk cId="798560827" sldId="427"/>
        </pc:sldMkLst>
        <pc:spChg chg="mod">
          <ac:chgData name="JORGE PEREZ HEREDIA" userId="d91a5bf9-533c-4af3-8d82-bb52d16ef3cb" providerId="ADAL" clId="{A69445FE-F50B-4C9A-8320-1BECF320A370}" dt="2020-02-27T16:13:21.132" v="240" actId="790"/>
          <ac:spMkLst>
            <pc:docMk/>
            <pc:sldMk cId="798560827" sldId="427"/>
            <ac:spMk id="2" creationId="{3026D884-5972-5F42-834D-8F57E529E765}"/>
          </ac:spMkLst>
        </pc:spChg>
        <pc:spChg chg="mod">
          <ac:chgData name="JORGE PEREZ HEREDIA" userId="d91a5bf9-533c-4af3-8d82-bb52d16ef3cb" providerId="ADAL" clId="{A69445FE-F50B-4C9A-8320-1BECF320A370}" dt="2020-02-27T16:07:09.477" v="14" actId="20577"/>
          <ac:spMkLst>
            <pc:docMk/>
            <pc:sldMk cId="798560827" sldId="427"/>
            <ac:spMk id="5" creationId="{BB0C38BD-24F8-C149-8D06-90B3DDF6D5AA}"/>
          </ac:spMkLst>
        </pc:spChg>
        <pc:spChg chg="mod">
          <ac:chgData name="JORGE PEREZ HEREDIA" userId="d91a5bf9-533c-4af3-8d82-bb52d16ef3cb" providerId="ADAL" clId="{A69445FE-F50B-4C9A-8320-1BECF320A370}" dt="2020-02-27T16:10:47.894" v="163" actId="1076"/>
          <ac:spMkLst>
            <pc:docMk/>
            <pc:sldMk cId="798560827" sldId="427"/>
            <ac:spMk id="6" creationId="{E0867775-DF81-D441-AB55-4EAAB85456A6}"/>
          </ac:spMkLst>
        </pc:spChg>
        <pc:spChg chg="mod">
          <ac:chgData name="JORGE PEREZ HEREDIA" userId="d91a5bf9-533c-4af3-8d82-bb52d16ef3cb" providerId="ADAL" clId="{A69445FE-F50B-4C9A-8320-1BECF320A370}" dt="2020-02-27T16:07:58.810" v="23" actId="1076"/>
          <ac:spMkLst>
            <pc:docMk/>
            <pc:sldMk cId="798560827" sldId="427"/>
            <ac:spMk id="12" creationId="{A34B427A-480A-E143-A445-B092740362BE}"/>
          </ac:spMkLst>
        </pc:spChg>
        <pc:spChg chg="add mod">
          <ac:chgData name="JORGE PEREZ HEREDIA" userId="d91a5bf9-533c-4af3-8d82-bb52d16ef3cb" providerId="ADAL" clId="{A69445FE-F50B-4C9A-8320-1BECF320A370}" dt="2020-02-27T16:11:32.305" v="174" actId="1076"/>
          <ac:spMkLst>
            <pc:docMk/>
            <pc:sldMk cId="798560827" sldId="427"/>
            <ac:spMk id="17" creationId="{821C93FF-9878-4A34-A667-710FFC71A509}"/>
          </ac:spMkLst>
        </pc:spChg>
        <pc:picChg chg="del mod">
          <ac:chgData name="JORGE PEREZ HEREDIA" userId="d91a5bf9-533c-4af3-8d82-bb52d16ef3cb" providerId="ADAL" clId="{A69445FE-F50B-4C9A-8320-1BECF320A370}" dt="2020-02-27T16:10:34.812" v="161" actId="478"/>
          <ac:picMkLst>
            <pc:docMk/>
            <pc:sldMk cId="798560827" sldId="427"/>
            <ac:picMk id="8" creationId="{C5195612-49B2-49FB-A8D6-8C8EC21E69BA}"/>
          </ac:picMkLst>
        </pc:picChg>
        <pc:picChg chg="mod">
          <ac:chgData name="JORGE PEREZ HEREDIA" userId="d91a5bf9-533c-4af3-8d82-bb52d16ef3cb" providerId="ADAL" clId="{A69445FE-F50B-4C9A-8320-1BECF320A370}" dt="2020-02-27T16:09:06.707" v="108" actId="1076"/>
          <ac:picMkLst>
            <pc:docMk/>
            <pc:sldMk cId="798560827" sldId="427"/>
            <ac:picMk id="13" creationId="{45DEA28A-14E0-47C8-9BB8-0505F6B6AE12}"/>
          </ac:picMkLst>
        </pc:picChg>
        <pc:picChg chg="add mod">
          <ac:chgData name="JORGE PEREZ HEREDIA" userId="d91a5bf9-533c-4af3-8d82-bb52d16ef3cb" providerId="ADAL" clId="{A69445FE-F50B-4C9A-8320-1BECF320A370}" dt="2020-02-27T16:09:17.411" v="112" actId="1076"/>
          <ac:picMkLst>
            <pc:docMk/>
            <pc:sldMk cId="798560827" sldId="427"/>
            <ac:picMk id="14" creationId="{0EAA6DB7-C510-4F8B-85EE-2FFD9ACC0FB3}"/>
          </ac:picMkLst>
        </pc:picChg>
        <pc:picChg chg="add del mod">
          <ac:chgData name="JORGE PEREZ HEREDIA" userId="d91a5bf9-533c-4af3-8d82-bb52d16ef3cb" providerId="ADAL" clId="{A69445FE-F50B-4C9A-8320-1BECF320A370}" dt="2020-02-27T16:11:13.438" v="167" actId="478"/>
          <ac:picMkLst>
            <pc:docMk/>
            <pc:sldMk cId="798560827" sldId="427"/>
            <ac:picMk id="15" creationId="{A539DBD4-D93F-4677-8546-D09D4E9E9D29}"/>
          </ac:picMkLst>
        </pc:picChg>
        <pc:picChg chg="add del">
          <ac:chgData name="JORGE PEREZ HEREDIA" userId="d91a5bf9-533c-4af3-8d82-bb52d16ef3cb" providerId="ADAL" clId="{A69445FE-F50B-4C9A-8320-1BECF320A370}" dt="2020-02-27T16:11:12.549" v="166" actId="478"/>
          <ac:picMkLst>
            <pc:docMk/>
            <pc:sldMk cId="798560827" sldId="427"/>
            <ac:picMk id="16" creationId="{C98C8F4E-EC97-45CB-A55F-0AE50AB48DC6}"/>
          </ac:picMkLst>
        </pc:picChg>
        <pc:picChg chg="add mod">
          <ac:chgData name="JORGE PEREZ HEREDIA" userId="d91a5bf9-533c-4af3-8d82-bb52d16ef3cb" providerId="ADAL" clId="{A69445FE-F50B-4C9A-8320-1BECF320A370}" dt="2020-02-27T16:11:25.537" v="171" actId="1076"/>
          <ac:picMkLst>
            <pc:docMk/>
            <pc:sldMk cId="798560827" sldId="427"/>
            <ac:picMk id="18" creationId="{434DB3B1-4C46-4952-820E-5327071E4A0D}"/>
          </ac:picMkLst>
        </pc:picChg>
      </pc:sldChg>
      <pc:sldChg chg="modSp del mod addCm delCm modCm">
        <pc:chgData name="JORGE PEREZ HEREDIA" userId="d91a5bf9-533c-4af3-8d82-bb52d16ef3cb" providerId="ADAL" clId="{A69445FE-F50B-4C9A-8320-1BECF320A370}" dt="2020-02-28T08:21:04.163" v="2507" actId="47"/>
        <pc:sldMkLst>
          <pc:docMk/>
          <pc:sldMk cId="3005267238" sldId="428"/>
        </pc:sldMkLst>
        <pc:spChg chg="mod">
          <ac:chgData name="JORGE PEREZ HEREDIA" userId="d91a5bf9-533c-4af3-8d82-bb52d16ef3cb" providerId="ADAL" clId="{A69445FE-F50B-4C9A-8320-1BECF320A370}" dt="2020-02-27T16:15:00.469" v="245" actId="1076"/>
          <ac:spMkLst>
            <pc:docMk/>
            <pc:sldMk cId="3005267238" sldId="428"/>
            <ac:spMk id="5" creationId="{BB0C38BD-24F8-C149-8D06-90B3DDF6D5AA}"/>
          </ac:spMkLst>
        </pc:spChg>
      </pc:sldChg>
      <pc:sldChg chg="modSp mod">
        <pc:chgData name="JORGE PEREZ HEREDIA" userId="d91a5bf9-533c-4af3-8d82-bb52d16ef3cb" providerId="ADAL" clId="{A69445FE-F50B-4C9A-8320-1BECF320A370}" dt="2020-02-27T16:57:27.801" v="1539" actId="6549"/>
        <pc:sldMkLst>
          <pc:docMk/>
          <pc:sldMk cId="1140050816" sldId="430"/>
        </pc:sldMkLst>
        <pc:spChg chg="mod">
          <ac:chgData name="JORGE PEREZ HEREDIA" userId="d91a5bf9-533c-4af3-8d82-bb52d16ef3cb" providerId="ADAL" clId="{A69445FE-F50B-4C9A-8320-1BECF320A370}" dt="2020-02-27T16:56:42.991" v="1484" actId="20577"/>
          <ac:spMkLst>
            <pc:docMk/>
            <pc:sldMk cId="1140050816" sldId="430"/>
            <ac:spMk id="5" creationId="{BB0C38BD-24F8-C149-8D06-90B3DDF6D5AA}"/>
          </ac:spMkLst>
        </pc:spChg>
        <pc:spChg chg="mod">
          <ac:chgData name="JORGE PEREZ HEREDIA" userId="d91a5bf9-533c-4af3-8d82-bb52d16ef3cb" providerId="ADAL" clId="{A69445FE-F50B-4C9A-8320-1BECF320A370}" dt="2020-02-27T16:57:27.801" v="1539" actId="6549"/>
          <ac:spMkLst>
            <pc:docMk/>
            <pc:sldMk cId="1140050816" sldId="430"/>
            <ac:spMk id="6" creationId="{D1049438-30AA-2445-B3B8-7D37AF49524A}"/>
          </ac:spMkLst>
        </pc:spChg>
      </pc:sldChg>
      <pc:sldChg chg="modSp mod">
        <pc:chgData name="JORGE PEREZ HEREDIA" userId="d91a5bf9-533c-4af3-8d82-bb52d16ef3cb" providerId="ADAL" clId="{A69445FE-F50B-4C9A-8320-1BECF320A370}" dt="2020-02-27T16:20:04.552" v="327" actId="20577"/>
        <pc:sldMkLst>
          <pc:docMk/>
          <pc:sldMk cId="1112099047" sldId="431"/>
        </pc:sldMkLst>
        <pc:spChg chg="mod">
          <ac:chgData name="JORGE PEREZ HEREDIA" userId="d91a5bf9-533c-4af3-8d82-bb52d16ef3cb" providerId="ADAL" clId="{A69445FE-F50B-4C9A-8320-1BECF320A370}" dt="2020-02-27T16:19:49.637" v="320" actId="20577"/>
          <ac:spMkLst>
            <pc:docMk/>
            <pc:sldMk cId="1112099047" sldId="431"/>
            <ac:spMk id="4" creationId="{705FF657-FCC0-144F-8C67-D6BFAAF7B2A6}"/>
          </ac:spMkLst>
        </pc:spChg>
        <pc:spChg chg="mod">
          <ac:chgData name="JORGE PEREZ HEREDIA" userId="d91a5bf9-533c-4af3-8d82-bb52d16ef3cb" providerId="ADAL" clId="{A69445FE-F50B-4C9A-8320-1BECF320A370}" dt="2020-02-27T16:19:55.701" v="325" actId="20577"/>
          <ac:spMkLst>
            <pc:docMk/>
            <pc:sldMk cId="1112099047" sldId="431"/>
            <ac:spMk id="5" creationId="{BB0C38BD-24F8-C149-8D06-90B3DDF6D5AA}"/>
          </ac:spMkLst>
        </pc:spChg>
        <pc:spChg chg="mod">
          <ac:chgData name="JORGE PEREZ HEREDIA" userId="d91a5bf9-533c-4af3-8d82-bb52d16ef3cb" providerId="ADAL" clId="{A69445FE-F50B-4C9A-8320-1BECF320A370}" dt="2020-02-27T16:20:04.552" v="327" actId="20577"/>
          <ac:spMkLst>
            <pc:docMk/>
            <pc:sldMk cId="1112099047" sldId="431"/>
            <ac:spMk id="18" creationId="{60CB92DD-443B-8342-AA6D-1450E89D8D03}"/>
          </ac:spMkLst>
        </pc:spChg>
      </pc:sldChg>
      <pc:sldChg chg="addSp delSp modSp mod">
        <pc:chgData name="JORGE PEREZ HEREDIA" userId="d91a5bf9-533c-4af3-8d82-bb52d16ef3cb" providerId="ADAL" clId="{A69445FE-F50B-4C9A-8320-1BECF320A370}" dt="2020-02-27T17:16:59.380" v="1599" actId="14100"/>
        <pc:sldMkLst>
          <pc:docMk/>
          <pc:sldMk cId="43992778" sldId="432"/>
        </pc:sldMkLst>
        <pc:spChg chg="add del mod">
          <ac:chgData name="JORGE PEREZ HEREDIA" userId="d91a5bf9-533c-4af3-8d82-bb52d16ef3cb" providerId="ADAL" clId="{A69445FE-F50B-4C9A-8320-1BECF320A370}" dt="2020-02-27T17:09:11.684" v="1547" actId="478"/>
          <ac:spMkLst>
            <pc:docMk/>
            <pc:sldMk cId="43992778" sldId="432"/>
            <ac:spMk id="2" creationId="{1BB55FB1-09BE-4612-B117-7FDC5D09211F}"/>
          </ac:spMkLst>
        </pc:spChg>
        <pc:spChg chg="mod">
          <ac:chgData name="JORGE PEREZ HEREDIA" userId="d91a5bf9-533c-4af3-8d82-bb52d16ef3cb" providerId="ADAL" clId="{A69445FE-F50B-4C9A-8320-1BECF320A370}" dt="2020-02-27T16:25:08.896" v="557" actId="20577"/>
          <ac:spMkLst>
            <pc:docMk/>
            <pc:sldMk cId="43992778" sldId="432"/>
            <ac:spMk id="4" creationId="{705FF657-FCC0-144F-8C67-D6BFAAF7B2A6}"/>
          </ac:spMkLst>
        </pc:spChg>
        <pc:spChg chg="mod">
          <ac:chgData name="JORGE PEREZ HEREDIA" userId="d91a5bf9-533c-4af3-8d82-bb52d16ef3cb" providerId="ADAL" clId="{A69445FE-F50B-4C9A-8320-1BECF320A370}" dt="2020-02-27T16:39:05.621" v="686" actId="1076"/>
          <ac:spMkLst>
            <pc:docMk/>
            <pc:sldMk cId="43992778" sldId="432"/>
            <ac:spMk id="5" creationId="{BB0C38BD-24F8-C149-8D06-90B3DDF6D5AA}"/>
          </ac:spMkLst>
        </pc:spChg>
        <pc:spChg chg="del mod">
          <ac:chgData name="JORGE PEREZ HEREDIA" userId="d91a5bf9-533c-4af3-8d82-bb52d16ef3cb" providerId="ADAL" clId="{A69445FE-F50B-4C9A-8320-1BECF320A370}" dt="2020-02-27T16:25:24.416" v="569" actId="478"/>
          <ac:spMkLst>
            <pc:docMk/>
            <pc:sldMk cId="43992778" sldId="432"/>
            <ac:spMk id="6" creationId="{4BFC7D62-491D-F244-8361-FC7075B6F413}"/>
          </ac:spMkLst>
        </pc:spChg>
        <pc:spChg chg="del">
          <ac:chgData name="JORGE PEREZ HEREDIA" userId="d91a5bf9-533c-4af3-8d82-bb52d16ef3cb" providerId="ADAL" clId="{A69445FE-F50B-4C9A-8320-1BECF320A370}" dt="2020-02-27T16:25:22.070" v="566" actId="478"/>
          <ac:spMkLst>
            <pc:docMk/>
            <pc:sldMk cId="43992778" sldId="432"/>
            <ac:spMk id="7" creationId="{06188116-F914-274C-9AFB-D7A797576752}"/>
          </ac:spMkLst>
        </pc:spChg>
        <pc:spChg chg="del mod">
          <ac:chgData name="JORGE PEREZ HEREDIA" userId="d91a5bf9-533c-4af3-8d82-bb52d16ef3cb" providerId="ADAL" clId="{A69445FE-F50B-4C9A-8320-1BECF320A370}" dt="2020-02-27T16:25:25.939" v="570" actId="478"/>
          <ac:spMkLst>
            <pc:docMk/>
            <pc:sldMk cId="43992778" sldId="432"/>
            <ac:spMk id="9" creationId="{57F57FA1-F970-2840-ADE1-AE29B3FE789B}"/>
          </ac:spMkLst>
        </pc:spChg>
        <pc:spChg chg="del">
          <ac:chgData name="JORGE PEREZ HEREDIA" userId="d91a5bf9-533c-4af3-8d82-bb52d16ef3cb" providerId="ADAL" clId="{A69445FE-F50B-4C9A-8320-1BECF320A370}" dt="2020-02-27T16:25:15.639" v="558" actId="478"/>
          <ac:spMkLst>
            <pc:docMk/>
            <pc:sldMk cId="43992778" sldId="432"/>
            <ac:spMk id="11" creationId="{4B76A23B-DBBC-F44A-99A5-B701FA28DE45}"/>
          </ac:spMkLst>
        </pc:spChg>
        <pc:spChg chg="del">
          <ac:chgData name="JORGE PEREZ HEREDIA" userId="d91a5bf9-533c-4af3-8d82-bb52d16ef3cb" providerId="ADAL" clId="{A69445FE-F50B-4C9A-8320-1BECF320A370}" dt="2020-02-27T16:25:27.888" v="571" actId="478"/>
          <ac:spMkLst>
            <pc:docMk/>
            <pc:sldMk cId="43992778" sldId="432"/>
            <ac:spMk id="13" creationId="{6DCB2B25-5008-4586-A4AF-8FCAC55B9F67}"/>
          </ac:spMkLst>
        </pc:spChg>
        <pc:spChg chg="del">
          <ac:chgData name="JORGE PEREZ HEREDIA" userId="d91a5bf9-533c-4af3-8d82-bb52d16ef3cb" providerId="ADAL" clId="{A69445FE-F50B-4C9A-8320-1BECF320A370}" dt="2020-02-27T16:25:17.109" v="560" actId="478"/>
          <ac:spMkLst>
            <pc:docMk/>
            <pc:sldMk cId="43992778" sldId="432"/>
            <ac:spMk id="17" creationId="{3AEEDF70-E4F1-6043-9601-E6CFC6310913}"/>
          </ac:spMkLst>
        </pc:spChg>
        <pc:spChg chg="del mod">
          <ac:chgData name="JORGE PEREZ HEREDIA" userId="d91a5bf9-533c-4af3-8d82-bb52d16ef3cb" providerId="ADAL" clId="{A69445FE-F50B-4C9A-8320-1BECF320A370}" dt="2020-02-27T16:25:28.888" v="572" actId="478"/>
          <ac:spMkLst>
            <pc:docMk/>
            <pc:sldMk cId="43992778" sldId="432"/>
            <ac:spMk id="18" creationId="{60CB92DD-443B-8342-AA6D-1450E89D8D03}"/>
          </ac:spMkLst>
        </pc:spChg>
        <pc:spChg chg="del mod">
          <ac:chgData name="JORGE PEREZ HEREDIA" userId="d91a5bf9-533c-4af3-8d82-bb52d16ef3cb" providerId="ADAL" clId="{A69445FE-F50B-4C9A-8320-1BECF320A370}" dt="2020-02-27T16:25:20.214" v="563" actId="478"/>
          <ac:spMkLst>
            <pc:docMk/>
            <pc:sldMk cId="43992778" sldId="432"/>
            <ac:spMk id="20" creationId="{67749503-6F41-884F-B3FB-F81CC02A7D2C}"/>
          </ac:spMkLst>
        </pc:spChg>
        <pc:picChg chg="del mod">
          <ac:chgData name="JORGE PEREZ HEREDIA" userId="d91a5bf9-533c-4af3-8d82-bb52d16ef3cb" providerId="ADAL" clId="{A69445FE-F50B-4C9A-8320-1BECF320A370}" dt="2020-02-27T16:25:22.612" v="567" actId="478"/>
          <ac:picMkLst>
            <pc:docMk/>
            <pc:sldMk cId="43992778" sldId="432"/>
            <ac:picMk id="8" creationId="{66C513F0-AD54-48A4-AA69-B6CE8BB09485}"/>
          </ac:picMkLst>
        </pc:picChg>
        <pc:picChg chg="del">
          <ac:chgData name="JORGE PEREZ HEREDIA" userId="d91a5bf9-533c-4af3-8d82-bb52d16ef3cb" providerId="ADAL" clId="{A69445FE-F50B-4C9A-8320-1BECF320A370}" dt="2020-02-27T16:25:20.885" v="564" actId="478"/>
          <ac:picMkLst>
            <pc:docMk/>
            <pc:sldMk cId="43992778" sldId="432"/>
            <ac:picMk id="10" creationId="{48822D30-D7C7-4093-AAAC-FD79F533B0FA}"/>
          </ac:picMkLst>
        </pc:picChg>
        <pc:picChg chg="add mod">
          <ac:chgData name="JORGE PEREZ HEREDIA" userId="d91a5bf9-533c-4af3-8d82-bb52d16ef3cb" providerId="ADAL" clId="{A69445FE-F50B-4C9A-8320-1BECF320A370}" dt="2020-02-27T17:09:36.770" v="1549"/>
          <ac:picMkLst>
            <pc:docMk/>
            <pc:sldMk cId="43992778" sldId="432"/>
            <ac:picMk id="12" creationId="{8B04306E-0C2B-432A-B44E-257BB7016159}"/>
          </ac:picMkLst>
        </pc:picChg>
        <pc:picChg chg="add del mod">
          <ac:chgData name="JORGE PEREZ HEREDIA" userId="d91a5bf9-533c-4af3-8d82-bb52d16ef3cb" providerId="ADAL" clId="{A69445FE-F50B-4C9A-8320-1BECF320A370}" dt="2020-02-27T17:16:59.380" v="1599" actId="14100"/>
          <ac:picMkLst>
            <pc:docMk/>
            <pc:sldMk cId="43992778" sldId="432"/>
            <ac:picMk id="15" creationId="{A222F373-FAE9-4939-AE4F-28FF04F3D08A}"/>
          </ac:picMkLst>
        </pc:picChg>
        <pc:picChg chg="del">
          <ac:chgData name="JORGE PEREZ HEREDIA" userId="d91a5bf9-533c-4af3-8d82-bb52d16ef3cb" providerId="ADAL" clId="{A69445FE-F50B-4C9A-8320-1BECF320A370}" dt="2020-02-27T16:25:18.568" v="562" actId="478"/>
          <ac:picMkLst>
            <pc:docMk/>
            <pc:sldMk cId="43992778" sldId="432"/>
            <ac:picMk id="16" creationId="{CC694AF6-4DEE-BD4B-BE00-2263AC8EEC77}"/>
          </ac:picMkLst>
        </pc:picChg>
        <pc:cxnChg chg="del mod">
          <ac:chgData name="JORGE PEREZ HEREDIA" userId="d91a5bf9-533c-4af3-8d82-bb52d16ef3cb" providerId="ADAL" clId="{A69445FE-F50B-4C9A-8320-1BECF320A370}" dt="2020-02-27T16:25:21.513" v="565" actId="478"/>
          <ac:cxnSpMkLst>
            <pc:docMk/>
            <pc:sldMk cId="43992778" sldId="432"/>
            <ac:cxnSpMk id="14" creationId="{5877E7BF-A1E9-A341-92FF-6DAF7665E14C}"/>
          </ac:cxnSpMkLst>
        </pc:cxnChg>
      </pc:sldChg>
      <pc:sldChg chg="addSp delSp modSp mod addAnim delAnim modAnim">
        <pc:chgData name="JORGE PEREZ HEREDIA" userId="d91a5bf9-533c-4af3-8d82-bb52d16ef3cb" providerId="ADAL" clId="{A69445FE-F50B-4C9A-8320-1BECF320A370}" dt="2020-02-27T17:45:12.574" v="2505"/>
        <pc:sldMkLst>
          <pc:docMk/>
          <pc:sldMk cId="1358161923" sldId="433"/>
        </pc:sldMkLst>
        <pc:spChg chg="add del mod">
          <ac:chgData name="JORGE PEREZ HEREDIA" userId="d91a5bf9-533c-4af3-8d82-bb52d16ef3cb" providerId="ADAL" clId="{A69445FE-F50B-4C9A-8320-1BECF320A370}" dt="2020-02-27T17:13:50.100" v="1550" actId="478"/>
          <ac:spMkLst>
            <pc:docMk/>
            <pc:sldMk cId="1358161923" sldId="433"/>
            <ac:spMk id="2" creationId="{2D2A111E-C1F4-4C07-9F88-E15EF6AEB200}"/>
          </ac:spMkLst>
        </pc:spChg>
        <pc:spChg chg="add del">
          <ac:chgData name="JORGE PEREZ HEREDIA" userId="d91a5bf9-533c-4af3-8d82-bb52d16ef3cb" providerId="ADAL" clId="{A69445FE-F50B-4C9A-8320-1BECF320A370}" dt="2020-02-27T17:43:32.438" v="2476" actId="478"/>
          <ac:spMkLst>
            <pc:docMk/>
            <pc:sldMk cId="1358161923" sldId="433"/>
            <ac:spMk id="3" creationId="{BA647CED-AAD0-D24A-90EC-0E8DD3AD0C54}"/>
          </ac:spMkLst>
        </pc:spChg>
        <pc:spChg chg="mod">
          <ac:chgData name="JORGE PEREZ HEREDIA" userId="d91a5bf9-533c-4af3-8d82-bb52d16ef3cb" providerId="ADAL" clId="{A69445FE-F50B-4C9A-8320-1BECF320A370}" dt="2020-02-27T17:27:53.643" v="2086" actId="1076"/>
          <ac:spMkLst>
            <pc:docMk/>
            <pc:sldMk cId="1358161923" sldId="433"/>
            <ac:spMk id="4" creationId="{705FF657-FCC0-144F-8C67-D6BFAAF7B2A6}"/>
          </ac:spMkLst>
        </pc:spChg>
        <pc:spChg chg="del mod">
          <ac:chgData name="JORGE PEREZ HEREDIA" userId="d91a5bf9-533c-4af3-8d82-bb52d16ef3cb" providerId="ADAL" clId="{A69445FE-F50B-4C9A-8320-1BECF320A370}" dt="2020-02-27T17:21:03.928" v="1835" actId="478"/>
          <ac:spMkLst>
            <pc:docMk/>
            <pc:sldMk cId="1358161923" sldId="433"/>
            <ac:spMk id="5" creationId="{BB0C38BD-24F8-C149-8D06-90B3DDF6D5AA}"/>
          </ac:spMkLst>
        </pc:spChg>
        <pc:spChg chg="del">
          <ac:chgData name="JORGE PEREZ HEREDIA" userId="d91a5bf9-533c-4af3-8d82-bb52d16ef3cb" providerId="ADAL" clId="{A69445FE-F50B-4C9A-8320-1BECF320A370}" dt="2020-02-27T16:53:26.302" v="1465" actId="478"/>
          <ac:spMkLst>
            <pc:docMk/>
            <pc:sldMk cId="1358161923" sldId="433"/>
            <ac:spMk id="6" creationId="{4BFC7D62-491D-F244-8361-FC7075B6F413}"/>
          </ac:spMkLst>
        </pc:spChg>
        <pc:spChg chg="del">
          <ac:chgData name="JORGE PEREZ HEREDIA" userId="d91a5bf9-533c-4af3-8d82-bb52d16ef3cb" providerId="ADAL" clId="{A69445FE-F50B-4C9A-8320-1BECF320A370}" dt="2020-02-27T16:53:25.634" v="1464" actId="478"/>
          <ac:spMkLst>
            <pc:docMk/>
            <pc:sldMk cId="1358161923" sldId="433"/>
            <ac:spMk id="7" creationId="{06188116-F914-274C-9AFB-D7A797576752}"/>
          </ac:spMkLst>
        </pc:spChg>
        <pc:spChg chg="del">
          <ac:chgData name="JORGE PEREZ HEREDIA" userId="d91a5bf9-533c-4af3-8d82-bb52d16ef3cb" providerId="ADAL" clId="{A69445FE-F50B-4C9A-8320-1BECF320A370}" dt="2020-02-27T16:53:20.964" v="1458" actId="478"/>
          <ac:spMkLst>
            <pc:docMk/>
            <pc:sldMk cId="1358161923" sldId="433"/>
            <ac:spMk id="9" creationId="{57F57FA1-F970-2840-ADE1-AE29B3FE789B}"/>
          </ac:spMkLst>
        </pc:spChg>
        <pc:spChg chg="del">
          <ac:chgData name="JORGE PEREZ HEREDIA" userId="d91a5bf9-533c-4af3-8d82-bb52d16ef3cb" providerId="ADAL" clId="{A69445FE-F50B-4C9A-8320-1BECF320A370}" dt="2020-02-27T16:53:22.768" v="1459" actId="478"/>
          <ac:spMkLst>
            <pc:docMk/>
            <pc:sldMk cId="1358161923" sldId="433"/>
            <ac:spMk id="11" creationId="{4B76A23B-DBBC-F44A-99A5-B701FA28DE45}"/>
          </ac:spMkLst>
        </pc:spChg>
        <pc:spChg chg="del">
          <ac:chgData name="JORGE PEREZ HEREDIA" userId="d91a5bf9-533c-4af3-8d82-bb52d16ef3cb" providerId="ADAL" clId="{A69445FE-F50B-4C9A-8320-1BECF320A370}" dt="2020-02-27T16:53:28.348" v="1468" actId="478"/>
          <ac:spMkLst>
            <pc:docMk/>
            <pc:sldMk cId="1358161923" sldId="433"/>
            <ac:spMk id="13" creationId="{6DCB2B25-5008-4586-A4AF-8FCAC55B9F67}"/>
          </ac:spMkLst>
        </pc:spChg>
        <pc:spChg chg="del">
          <ac:chgData name="JORGE PEREZ HEREDIA" userId="d91a5bf9-533c-4af3-8d82-bb52d16ef3cb" providerId="ADAL" clId="{A69445FE-F50B-4C9A-8320-1BECF320A370}" dt="2020-02-27T16:53:23.883" v="1461" actId="478"/>
          <ac:spMkLst>
            <pc:docMk/>
            <pc:sldMk cId="1358161923" sldId="433"/>
            <ac:spMk id="17" creationId="{3AEEDF70-E4F1-6043-9601-E6CFC6310913}"/>
          </ac:spMkLst>
        </pc:spChg>
        <pc:spChg chg="del mod">
          <ac:chgData name="JORGE PEREZ HEREDIA" userId="d91a5bf9-533c-4af3-8d82-bb52d16ef3cb" providerId="ADAL" clId="{A69445FE-F50B-4C9A-8320-1BECF320A370}" dt="2020-02-27T16:53:29.654" v="1469" actId="478"/>
          <ac:spMkLst>
            <pc:docMk/>
            <pc:sldMk cId="1358161923" sldId="433"/>
            <ac:spMk id="18" creationId="{60CB92DD-443B-8342-AA6D-1450E89D8D03}"/>
          </ac:spMkLst>
        </pc:spChg>
        <pc:spChg chg="del">
          <ac:chgData name="JORGE PEREZ HEREDIA" userId="d91a5bf9-533c-4af3-8d82-bb52d16ef3cb" providerId="ADAL" clId="{A69445FE-F50B-4C9A-8320-1BECF320A370}" dt="2020-02-27T16:53:23.326" v="1460" actId="478"/>
          <ac:spMkLst>
            <pc:docMk/>
            <pc:sldMk cId="1358161923" sldId="433"/>
            <ac:spMk id="20" creationId="{67749503-6F41-884F-B3FB-F81CC02A7D2C}"/>
          </ac:spMkLst>
        </pc:spChg>
        <pc:spChg chg="add del mod">
          <ac:chgData name="JORGE PEREZ HEREDIA" userId="d91a5bf9-533c-4af3-8d82-bb52d16ef3cb" providerId="ADAL" clId="{A69445FE-F50B-4C9A-8320-1BECF320A370}" dt="2020-02-27T17:31:32.243" v="2143" actId="478"/>
          <ac:spMkLst>
            <pc:docMk/>
            <pc:sldMk cId="1358161923" sldId="433"/>
            <ac:spMk id="21" creationId="{0D07E88A-14A6-475E-8554-FD14CA12FFD1}"/>
          </ac:spMkLst>
        </pc:spChg>
        <pc:spChg chg="add mod">
          <ac:chgData name="JORGE PEREZ HEREDIA" userId="d91a5bf9-533c-4af3-8d82-bb52d16ef3cb" providerId="ADAL" clId="{A69445FE-F50B-4C9A-8320-1BECF320A370}" dt="2020-02-27T17:38:53.307" v="2364" actId="1076"/>
          <ac:spMkLst>
            <pc:docMk/>
            <pc:sldMk cId="1358161923" sldId="433"/>
            <ac:spMk id="22" creationId="{5187E578-40A0-478B-B00E-AF510DB8576E}"/>
          </ac:spMkLst>
        </pc:spChg>
        <pc:spChg chg="add mod">
          <ac:chgData name="JORGE PEREZ HEREDIA" userId="d91a5bf9-533c-4af3-8d82-bb52d16ef3cb" providerId="ADAL" clId="{A69445FE-F50B-4C9A-8320-1BECF320A370}" dt="2020-02-27T17:39:05.497" v="2368" actId="1076"/>
          <ac:spMkLst>
            <pc:docMk/>
            <pc:sldMk cId="1358161923" sldId="433"/>
            <ac:spMk id="25" creationId="{CC840C91-6E2C-4FC2-AEC4-24FE6BE58F37}"/>
          </ac:spMkLst>
        </pc:spChg>
        <pc:spChg chg="add mod">
          <ac:chgData name="JORGE PEREZ HEREDIA" userId="d91a5bf9-533c-4af3-8d82-bb52d16ef3cb" providerId="ADAL" clId="{A69445FE-F50B-4C9A-8320-1BECF320A370}" dt="2020-02-27T17:23:32.890" v="1931" actId="21"/>
          <ac:spMkLst>
            <pc:docMk/>
            <pc:sldMk cId="1358161923" sldId="433"/>
            <ac:spMk id="38" creationId="{437AA46A-BE36-45C3-96A1-7F75487AEBE2}"/>
          </ac:spMkLst>
        </pc:spChg>
        <pc:spChg chg="add del mod">
          <ac:chgData name="JORGE PEREZ HEREDIA" userId="d91a5bf9-533c-4af3-8d82-bb52d16ef3cb" providerId="ADAL" clId="{A69445FE-F50B-4C9A-8320-1BECF320A370}" dt="2020-02-27T17:24:13.971" v="1963"/>
          <ac:spMkLst>
            <pc:docMk/>
            <pc:sldMk cId="1358161923" sldId="433"/>
            <ac:spMk id="39" creationId="{94BADBAF-AB7C-41CD-B868-7DC14068E47B}"/>
          </ac:spMkLst>
        </pc:spChg>
        <pc:spChg chg="add mod">
          <ac:chgData name="JORGE PEREZ HEREDIA" userId="d91a5bf9-533c-4af3-8d82-bb52d16ef3cb" providerId="ADAL" clId="{A69445FE-F50B-4C9A-8320-1BECF320A370}" dt="2020-02-27T17:43:59.315" v="2486" actId="1076"/>
          <ac:spMkLst>
            <pc:docMk/>
            <pc:sldMk cId="1358161923" sldId="433"/>
            <ac:spMk id="40" creationId="{F23F99C5-92CD-42B4-9941-63FF26321DC0}"/>
          </ac:spMkLst>
        </pc:spChg>
        <pc:spChg chg="add del">
          <ac:chgData name="JORGE PEREZ HEREDIA" userId="d91a5bf9-533c-4af3-8d82-bb52d16ef3cb" providerId="ADAL" clId="{A69445FE-F50B-4C9A-8320-1BECF320A370}" dt="2020-02-27T17:18:41.140" v="1641"/>
          <ac:spMkLst>
            <pc:docMk/>
            <pc:sldMk cId="1358161923" sldId="433"/>
            <ac:spMk id="41" creationId="{A506719A-6131-4120-AE01-4A2D7CF218E0}"/>
          </ac:spMkLst>
        </pc:spChg>
        <pc:spChg chg="add del mod">
          <ac:chgData name="JORGE PEREZ HEREDIA" userId="d91a5bf9-533c-4af3-8d82-bb52d16ef3cb" providerId="ADAL" clId="{A69445FE-F50B-4C9A-8320-1BECF320A370}" dt="2020-02-27T17:33:37.868" v="2257" actId="478"/>
          <ac:spMkLst>
            <pc:docMk/>
            <pc:sldMk cId="1358161923" sldId="433"/>
            <ac:spMk id="43" creationId="{45589735-099B-4BE3-BC9B-A35EC5490196}"/>
          </ac:spMkLst>
        </pc:spChg>
        <pc:spChg chg="add del mod">
          <ac:chgData name="JORGE PEREZ HEREDIA" userId="d91a5bf9-533c-4af3-8d82-bb52d16ef3cb" providerId="ADAL" clId="{A69445FE-F50B-4C9A-8320-1BECF320A370}" dt="2020-02-27T17:21:06.273" v="1836" actId="478"/>
          <ac:spMkLst>
            <pc:docMk/>
            <pc:sldMk cId="1358161923" sldId="433"/>
            <ac:spMk id="48" creationId="{FB380992-55B8-4BE4-B73D-9F426B75F247}"/>
          </ac:spMkLst>
        </pc:spChg>
        <pc:spChg chg="add del mod">
          <ac:chgData name="JORGE PEREZ HEREDIA" userId="d91a5bf9-533c-4af3-8d82-bb52d16ef3cb" providerId="ADAL" clId="{A69445FE-F50B-4C9A-8320-1BECF320A370}" dt="2020-02-27T17:24:16.522" v="1965" actId="478"/>
          <ac:spMkLst>
            <pc:docMk/>
            <pc:sldMk cId="1358161923" sldId="433"/>
            <ac:spMk id="50" creationId="{B6A30ED2-BE7B-46DD-9DD3-1AFC478CC461}"/>
          </ac:spMkLst>
        </pc:spChg>
        <pc:spChg chg="add del mod">
          <ac:chgData name="JORGE PEREZ HEREDIA" userId="d91a5bf9-533c-4af3-8d82-bb52d16ef3cb" providerId="ADAL" clId="{A69445FE-F50B-4C9A-8320-1BECF320A370}" dt="2020-02-27T17:24:17.793" v="1966" actId="478"/>
          <ac:spMkLst>
            <pc:docMk/>
            <pc:sldMk cId="1358161923" sldId="433"/>
            <ac:spMk id="51" creationId="{24DCB29E-3660-4EDC-8437-DCCB7BFE94FD}"/>
          </ac:spMkLst>
        </pc:spChg>
        <pc:spChg chg="add del mod">
          <ac:chgData name="JORGE PEREZ HEREDIA" userId="d91a5bf9-533c-4af3-8d82-bb52d16ef3cb" providerId="ADAL" clId="{A69445FE-F50B-4C9A-8320-1BECF320A370}" dt="2020-02-27T17:24:20.244" v="1967" actId="478"/>
          <ac:spMkLst>
            <pc:docMk/>
            <pc:sldMk cId="1358161923" sldId="433"/>
            <ac:spMk id="52" creationId="{08844018-68E1-4C45-BD22-BF254C25241E}"/>
          </ac:spMkLst>
        </pc:spChg>
        <pc:spChg chg="add del mod">
          <ac:chgData name="JORGE PEREZ HEREDIA" userId="d91a5bf9-533c-4af3-8d82-bb52d16ef3cb" providerId="ADAL" clId="{A69445FE-F50B-4C9A-8320-1BECF320A370}" dt="2020-02-27T17:24:21.554" v="1968" actId="478"/>
          <ac:spMkLst>
            <pc:docMk/>
            <pc:sldMk cId="1358161923" sldId="433"/>
            <ac:spMk id="53" creationId="{51F464C0-92BF-4128-9631-E9D018AD8E9A}"/>
          </ac:spMkLst>
        </pc:spChg>
        <pc:spChg chg="add mod">
          <ac:chgData name="JORGE PEREZ HEREDIA" userId="d91a5bf9-533c-4af3-8d82-bb52d16ef3cb" providerId="ADAL" clId="{A69445FE-F50B-4C9A-8320-1BECF320A370}" dt="2020-02-27T17:32:49.757" v="2182" actId="1076"/>
          <ac:spMkLst>
            <pc:docMk/>
            <pc:sldMk cId="1358161923" sldId="433"/>
            <ac:spMk id="64" creationId="{AF093C6A-6E40-4A0F-9D66-DE5DF172A01D}"/>
          </ac:spMkLst>
        </pc:spChg>
        <pc:spChg chg="add del mod">
          <ac:chgData name="JORGE PEREZ HEREDIA" userId="d91a5bf9-533c-4af3-8d82-bb52d16ef3cb" providerId="ADAL" clId="{A69445FE-F50B-4C9A-8320-1BECF320A370}" dt="2020-02-27T17:36:36.894" v="2325" actId="478"/>
          <ac:spMkLst>
            <pc:docMk/>
            <pc:sldMk cId="1358161923" sldId="433"/>
            <ac:spMk id="67" creationId="{A7DE9509-80F6-4941-9D8B-23A7F14140BA}"/>
          </ac:spMkLst>
        </pc:spChg>
        <pc:spChg chg="add del">
          <ac:chgData name="JORGE PEREZ HEREDIA" userId="d91a5bf9-533c-4af3-8d82-bb52d16ef3cb" providerId="ADAL" clId="{A69445FE-F50B-4C9A-8320-1BECF320A370}" dt="2020-02-27T17:36:17.174" v="2312"/>
          <ac:spMkLst>
            <pc:docMk/>
            <pc:sldMk cId="1358161923" sldId="433"/>
            <ac:spMk id="68" creationId="{879949BD-84F9-413F-B1A2-3E2EFD1FA099}"/>
          </ac:spMkLst>
        </pc:spChg>
        <pc:spChg chg="mod">
          <ac:chgData name="JORGE PEREZ HEREDIA" userId="d91a5bf9-533c-4af3-8d82-bb52d16ef3cb" providerId="ADAL" clId="{A69445FE-F50B-4C9A-8320-1BECF320A370}" dt="2020-02-27T17:44:02.552" v="2488" actId="1076"/>
          <ac:spMkLst>
            <pc:docMk/>
            <pc:sldMk cId="1358161923" sldId="433"/>
            <ac:spMk id="70" creationId="{7E70CB4A-588F-4902-B886-BBB3E369D4BA}"/>
          </ac:spMkLst>
        </pc:spChg>
        <pc:spChg chg="add del mod">
          <ac:chgData name="JORGE PEREZ HEREDIA" userId="d91a5bf9-533c-4af3-8d82-bb52d16ef3cb" providerId="ADAL" clId="{A69445FE-F50B-4C9A-8320-1BECF320A370}" dt="2020-02-27T17:39:06.482" v="2369" actId="478"/>
          <ac:spMkLst>
            <pc:docMk/>
            <pc:sldMk cId="1358161923" sldId="433"/>
            <ac:spMk id="86" creationId="{0A379F4C-A877-4C33-82AC-867AFD4A0648}"/>
          </ac:spMkLst>
        </pc:spChg>
        <pc:spChg chg="add mod">
          <ac:chgData name="JORGE PEREZ HEREDIA" userId="d91a5bf9-533c-4af3-8d82-bb52d16ef3cb" providerId="ADAL" clId="{A69445FE-F50B-4C9A-8320-1BECF320A370}" dt="2020-02-27T17:42:01.407" v="2450" actId="1076"/>
          <ac:spMkLst>
            <pc:docMk/>
            <pc:sldMk cId="1358161923" sldId="433"/>
            <ac:spMk id="87" creationId="{05018E39-297B-49E4-A2D3-7A5F7D146090}"/>
          </ac:spMkLst>
        </pc:spChg>
        <pc:spChg chg="add mod">
          <ac:chgData name="JORGE PEREZ HEREDIA" userId="d91a5bf9-533c-4af3-8d82-bb52d16ef3cb" providerId="ADAL" clId="{A69445FE-F50B-4C9A-8320-1BECF320A370}" dt="2020-02-27T17:41:49.002" v="2446" actId="14100"/>
          <ac:spMkLst>
            <pc:docMk/>
            <pc:sldMk cId="1358161923" sldId="433"/>
            <ac:spMk id="88" creationId="{71FF58BA-08EA-4E76-A372-C868106338D1}"/>
          </ac:spMkLst>
        </pc:spChg>
        <pc:spChg chg="add mod">
          <ac:chgData name="JORGE PEREZ HEREDIA" userId="d91a5bf9-533c-4af3-8d82-bb52d16ef3cb" providerId="ADAL" clId="{A69445FE-F50B-4C9A-8320-1BECF320A370}" dt="2020-02-27T17:41:56.106" v="2447" actId="1076"/>
          <ac:spMkLst>
            <pc:docMk/>
            <pc:sldMk cId="1358161923" sldId="433"/>
            <ac:spMk id="89" creationId="{00BD6CB1-E992-4E53-A500-921AF0EC0715}"/>
          </ac:spMkLst>
        </pc:spChg>
        <pc:spChg chg="add del mod">
          <ac:chgData name="JORGE PEREZ HEREDIA" userId="d91a5bf9-533c-4af3-8d82-bb52d16ef3cb" providerId="ADAL" clId="{A69445FE-F50B-4C9A-8320-1BECF320A370}" dt="2020-02-27T17:42:00.132" v="2449" actId="1076"/>
          <ac:spMkLst>
            <pc:docMk/>
            <pc:sldMk cId="1358161923" sldId="433"/>
            <ac:spMk id="90" creationId="{C690CD96-D0D0-406A-857F-AA2C3E18847E}"/>
          </ac:spMkLst>
        </pc:spChg>
        <pc:spChg chg="add mod">
          <ac:chgData name="JORGE PEREZ HEREDIA" userId="d91a5bf9-533c-4af3-8d82-bb52d16ef3cb" providerId="ADAL" clId="{A69445FE-F50B-4C9A-8320-1BECF320A370}" dt="2020-02-27T17:43:16.102" v="2472" actId="1076"/>
          <ac:spMkLst>
            <pc:docMk/>
            <pc:sldMk cId="1358161923" sldId="433"/>
            <ac:spMk id="98" creationId="{B4446744-E882-44FE-9341-658B5EAA292A}"/>
          </ac:spMkLst>
        </pc:spChg>
        <pc:graphicFrameChg chg="add mod modGraphic">
          <ac:chgData name="JORGE PEREZ HEREDIA" userId="d91a5bf9-533c-4af3-8d82-bb52d16ef3cb" providerId="ADAL" clId="{A69445FE-F50B-4C9A-8320-1BECF320A370}" dt="2020-02-27T17:36:50.512" v="2331" actId="1076"/>
          <ac:graphicFrameMkLst>
            <pc:docMk/>
            <pc:sldMk cId="1358161923" sldId="433"/>
            <ac:graphicFrameMk id="49" creationId="{17641B55-046C-409A-BB56-002F8AF051D5}"/>
          </ac:graphicFrameMkLst>
        </pc:graphicFrameChg>
        <pc:picChg chg="add del mod">
          <ac:chgData name="JORGE PEREZ HEREDIA" userId="d91a5bf9-533c-4af3-8d82-bb52d16ef3cb" providerId="ADAL" clId="{A69445FE-F50B-4C9A-8320-1BECF320A370}" dt="2020-02-27T17:15:19.459" v="1567" actId="478"/>
          <ac:picMkLst>
            <pc:docMk/>
            <pc:sldMk cId="1358161923" sldId="433"/>
            <ac:picMk id="8" creationId="{AADCF6C7-ED3E-40F1-BC48-2DB92D8ED4D1}"/>
          </ac:picMkLst>
        </pc:picChg>
        <pc:picChg chg="del">
          <ac:chgData name="JORGE PEREZ HEREDIA" userId="d91a5bf9-533c-4af3-8d82-bb52d16ef3cb" providerId="ADAL" clId="{A69445FE-F50B-4C9A-8320-1BECF320A370}" dt="2020-02-27T16:53:18.382" v="1457" actId="478"/>
          <ac:picMkLst>
            <pc:docMk/>
            <pc:sldMk cId="1358161923" sldId="433"/>
            <ac:picMk id="10" creationId="{EEBCC329-5895-479B-AE14-FC0660D5DDE6}"/>
          </ac:picMkLst>
        </pc:picChg>
        <pc:picChg chg="del">
          <ac:chgData name="JORGE PEREZ HEREDIA" userId="d91a5bf9-533c-4af3-8d82-bb52d16ef3cb" providerId="ADAL" clId="{A69445FE-F50B-4C9A-8320-1BECF320A370}" dt="2020-02-27T16:53:26.688" v="1466" actId="478"/>
          <ac:picMkLst>
            <pc:docMk/>
            <pc:sldMk cId="1358161923" sldId="433"/>
            <ac:picMk id="12" creationId="{C1E0A7F0-EF5C-4A85-9EFB-FABFE66D90A8}"/>
          </ac:picMkLst>
        </pc:picChg>
        <pc:picChg chg="add mod">
          <ac:chgData name="JORGE PEREZ HEREDIA" userId="d91a5bf9-533c-4af3-8d82-bb52d16ef3cb" providerId="ADAL" clId="{A69445FE-F50B-4C9A-8320-1BECF320A370}" dt="2020-02-27T17:31:55.416" v="2149" actId="1076"/>
          <ac:picMkLst>
            <pc:docMk/>
            <pc:sldMk cId="1358161923" sldId="433"/>
            <ac:picMk id="15" creationId="{6C5E07FA-17F9-4D52-97B3-3E96F21EA60E}"/>
          </ac:picMkLst>
        </pc:picChg>
        <pc:picChg chg="del">
          <ac:chgData name="JORGE PEREZ HEREDIA" userId="d91a5bf9-533c-4af3-8d82-bb52d16ef3cb" providerId="ADAL" clId="{A69445FE-F50B-4C9A-8320-1BECF320A370}" dt="2020-02-27T16:53:24.410" v="1462" actId="478"/>
          <ac:picMkLst>
            <pc:docMk/>
            <pc:sldMk cId="1358161923" sldId="433"/>
            <ac:picMk id="16" creationId="{CC694AF6-4DEE-BD4B-BE00-2263AC8EEC77}"/>
          </ac:picMkLst>
        </pc:picChg>
        <pc:picChg chg="add del mod">
          <ac:chgData name="JORGE PEREZ HEREDIA" userId="d91a5bf9-533c-4af3-8d82-bb52d16ef3cb" providerId="ADAL" clId="{A69445FE-F50B-4C9A-8320-1BECF320A370}" dt="2020-02-27T17:15:19.893" v="1568" actId="478"/>
          <ac:picMkLst>
            <pc:docMk/>
            <pc:sldMk cId="1358161923" sldId="433"/>
            <ac:picMk id="19" creationId="{025DCD2A-EBBB-4AC9-B7AA-5D03CCB95CDD}"/>
          </ac:picMkLst>
        </pc:picChg>
        <pc:picChg chg="add del mod">
          <ac:chgData name="JORGE PEREZ HEREDIA" userId="d91a5bf9-533c-4af3-8d82-bb52d16ef3cb" providerId="ADAL" clId="{A69445FE-F50B-4C9A-8320-1BECF320A370}" dt="2020-02-27T17:16:12.048" v="1589" actId="478"/>
          <ac:picMkLst>
            <pc:docMk/>
            <pc:sldMk cId="1358161923" sldId="433"/>
            <ac:picMk id="23" creationId="{2D857567-29C2-47DB-97F4-28DCB1E256CC}"/>
          </ac:picMkLst>
        </pc:picChg>
        <pc:picChg chg="add del mod">
          <ac:chgData name="JORGE PEREZ HEREDIA" userId="d91a5bf9-533c-4af3-8d82-bb52d16ef3cb" providerId="ADAL" clId="{A69445FE-F50B-4C9A-8320-1BECF320A370}" dt="2020-02-27T17:16:12.588" v="1590" actId="478"/>
          <ac:picMkLst>
            <pc:docMk/>
            <pc:sldMk cId="1358161923" sldId="433"/>
            <ac:picMk id="24" creationId="{84830C40-1108-439B-B0B1-B1DA6C1B1AE4}"/>
          </ac:picMkLst>
        </pc:picChg>
        <pc:picChg chg="add mod">
          <ac:chgData name="JORGE PEREZ HEREDIA" userId="d91a5bf9-533c-4af3-8d82-bb52d16ef3cb" providerId="ADAL" clId="{A69445FE-F50B-4C9A-8320-1BECF320A370}" dt="2020-02-27T17:31:58.778" v="2150" actId="1076"/>
          <ac:picMkLst>
            <pc:docMk/>
            <pc:sldMk cId="1358161923" sldId="433"/>
            <ac:picMk id="26" creationId="{69471D48-E4EA-46F7-BB52-9E164239C5A3}"/>
          </ac:picMkLst>
        </pc:picChg>
        <pc:picChg chg="add mod">
          <ac:chgData name="JORGE PEREZ HEREDIA" userId="d91a5bf9-533c-4af3-8d82-bb52d16ef3cb" providerId="ADAL" clId="{A69445FE-F50B-4C9A-8320-1BECF320A370}" dt="2020-02-27T17:31:37.496" v="2146" actId="1076"/>
          <ac:picMkLst>
            <pc:docMk/>
            <pc:sldMk cId="1358161923" sldId="433"/>
            <ac:picMk id="27" creationId="{F1361A13-C529-4EB4-BE59-51D5B1519290}"/>
          </ac:picMkLst>
        </pc:picChg>
        <pc:picChg chg="add mod">
          <ac:chgData name="JORGE PEREZ HEREDIA" userId="d91a5bf9-533c-4af3-8d82-bb52d16ef3cb" providerId="ADAL" clId="{A69445FE-F50B-4C9A-8320-1BECF320A370}" dt="2020-02-27T17:31:33.389" v="2144" actId="1076"/>
          <ac:picMkLst>
            <pc:docMk/>
            <pc:sldMk cId="1358161923" sldId="433"/>
            <ac:picMk id="28" creationId="{3F59F527-2715-46C7-8519-CBFDB22A9961}"/>
          </ac:picMkLst>
        </pc:picChg>
        <pc:picChg chg="add mod">
          <ac:chgData name="JORGE PEREZ HEREDIA" userId="d91a5bf9-533c-4af3-8d82-bb52d16ef3cb" providerId="ADAL" clId="{A69445FE-F50B-4C9A-8320-1BECF320A370}" dt="2020-02-27T17:16:10.561" v="1588" actId="1076"/>
          <ac:picMkLst>
            <pc:docMk/>
            <pc:sldMk cId="1358161923" sldId="433"/>
            <ac:picMk id="29" creationId="{E1BE1A92-E87C-4736-AA7A-89D217B118EF}"/>
          </ac:picMkLst>
        </pc:picChg>
        <pc:picChg chg="add mod">
          <ac:chgData name="JORGE PEREZ HEREDIA" userId="d91a5bf9-533c-4af3-8d82-bb52d16ef3cb" providerId="ADAL" clId="{A69445FE-F50B-4C9A-8320-1BECF320A370}" dt="2020-02-27T17:16:56.614" v="1598" actId="14100"/>
          <ac:picMkLst>
            <pc:docMk/>
            <pc:sldMk cId="1358161923" sldId="433"/>
            <ac:picMk id="30" creationId="{9C4B9264-EE35-40C4-9B6A-FBE717D279D8}"/>
          </ac:picMkLst>
        </pc:picChg>
        <pc:picChg chg="add del mod">
          <ac:chgData name="JORGE PEREZ HEREDIA" userId="d91a5bf9-533c-4af3-8d82-bb52d16ef3cb" providerId="ADAL" clId="{A69445FE-F50B-4C9A-8320-1BECF320A370}" dt="2020-02-27T17:17:57.968" v="1616" actId="478"/>
          <ac:picMkLst>
            <pc:docMk/>
            <pc:sldMk cId="1358161923" sldId="433"/>
            <ac:picMk id="32" creationId="{2A3E79D3-5BB3-4B2A-9D75-ADAE36735C0F}"/>
          </ac:picMkLst>
        </pc:picChg>
        <pc:picChg chg="add mod">
          <ac:chgData name="JORGE PEREZ HEREDIA" userId="d91a5bf9-533c-4af3-8d82-bb52d16ef3cb" providerId="ADAL" clId="{A69445FE-F50B-4C9A-8320-1BECF320A370}" dt="2020-02-27T17:17:50.102" v="1610" actId="1076"/>
          <ac:picMkLst>
            <pc:docMk/>
            <pc:sldMk cId="1358161923" sldId="433"/>
            <ac:picMk id="33" creationId="{E10CBE6D-C806-4EB8-8AE8-6D280AFDAA7B}"/>
          </ac:picMkLst>
        </pc:picChg>
        <pc:picChg chg="add mod">
          <ac:chgData name="JORGE PEREZ HEREDIA" userId="d91a5bf9-533c-4af3-8d82-bb52d16ef3cb" providerId="ADAL" clId="{A69445FE-F50B-4C9A-8320-1BECF320A370}" dt="2020-02-27T17:17:52.471" v="1612" actId="1076"/>
          <ac:picMkLst>
            <pc:docMk/>
            <pc:sldMk cId="1358161923" sldId="433"/>
            <ac:picMk id="34" creationId="{29FD8727-34E8-49C2-8387-E401C48C0ACB}"/>
          </ac:picMkLst>
        </pc:picChg>
        <pc:picChg chg="add del mod">
          <ac:chgData name="JORGE PEREZ HEREDIA" userId="d91a5bf9-533c-4af3-8d82-bb52d16ef3cb" providerId="ADAL" clId="{A69445FE-F50B-4C9A-8320-1BECF320A370}" dt="2020-02-27T17:17:58.570" v="1617" actId="478"/>
          <ac:picMkLst>
            <pc:docMk/>
            <pc:sldMk cId="1358161923" sldId="433"/>
            <ac:picMk id="35" creationId="{756EE98C-1A7E-4E26-A18A-0B13011DC32A}"/>
          </ac:picMkLst>
        </pc:picChg>
        <pc:picChg chg="add mod">
          <ac:chgData name="JORGE PEREZ HEREDIA" userId="d91a5bf9-533c-4af3-8d82-bb52d16ef3cb" providerId="ADAL" clId="{A69445FE-F50B-4C9A-8320-1BECF320A370}" dt="2020-02-27T17:27:04.086" v="2077" actId="1076"/>
          <ac:picMkLst>
            <pc:docMk/>
            <pc:sldMk cId="1358161923" sldId="433"/>
            <ac:picMk id="36" creationId="{F4BEC37B-5BBF-4938-8D82-D6B5C4A14D3D}"/>
          </ac:picMkLst>
        </pc:picChg>
        <pc:picChg chg="add mod">
          <ac:chgData name="JORGE PEREZ HEREDIA" userId="d91a5bf9-533c-4af3-8d82-bb52d16ef3cb" providerId="ADAL" clId="{A69445FE-F50B-4C9A-8320-1BECF320A370}" dt="2020-02-27T17:29:17.753" v="2130" actId="1076"/>
          <ac:picMkLst>
            <pc:docMk/>
            <pc:sldMk cId="1358161923" sldId="433"/>
            <ac:picMk id="37" creationId="{4CB00276-A0E6-4F9B-ACE9-D74893B84C8D}"/>
          </ac:picMkLst>
        </pc:picChg>
        <pc:picChg chg="add mod">
          <ac:chgData name="JORGE PEREZ HEREDIA" userId="d91a5bf9-533c-4af3-8d82-bb52d16ef3cb" providerId="ADAL" clId="{A69445FE-F50B-4C9A-8320-1BECF320A370}" dt="2020-02-27T17:29:21.521" v="2131" actId="1076"/>
          <ac:picMkLst>
            <pc:docMk/>
            <pc:sldMk cId="1358161923" sldId="433"/>
            <ac:picMk id="42" creationId="{DBBC4E4E-C4F5-4430-9E19-F4BE4CC1C001}"/>
          </ac:picMkLst>
        </pc:picChg>
        <pc:picChg chg="add mod">
          <ac:chgData name="JORGE PEREZ HEREDIA" userId="d91a5bf9-533c-4af3-8d82-bb52d16ef3cb" providerId="ADAL" clId="{A69445FE-F50B-4C9A-8320-1BECF320A370}" dt="2020-02-27T17:26:58.688" v="2076" actId="1076"/>
          <ac:picMkLst>
            <pc:docMk/>
            <pc:sldMk cId="1358161923" sldId="433"/>
            <ac:picMk id="44" creationId="{B8CDC7D1-FE86-4A2D-A5E9-13EB0CF4CB31}"/>
          </ac:picMkLst>
        </pc:picChg>
        <pc:picChg chg="add del mod">
          <ac:chgData name="JORGE PEREZ HEREDIA" userId="d91a5bf9-533c-4af3-8d82-bb52d16ef3cb" providerId="ADAL" clId="{A69445FE-F50B-4C9A-8320-1BECF320A370}" dt="2020-02-27T17:19:17.117" v="1654" actId="478"/>
          <ac:picMkLst>
            <pc:docMk/>
            <pc:sldMk cId="1358161923" sldId="433"/>
            <ac:picMk id="45" creationId="{13CC1EAC-3FB7-4234-B857-69D573A528CD}"/>
          </ac:picMkLst>
        </pc:picChg>
        <pc:picChg chg="add del mod">
          <ac:chgData name="JORGE PEREZ HEREDIA" userId="d91a5bf9-533c-4af3-8d82-bb52d16ef3cb" providerId="ADAL" clId="{A69445FE-F50B-4C9A-8320-1BECF320A370}" dt="2020-02-27T17:19:31.818" v="1658" actId="478"/>
          <ac:picMkLst>
            <pc:docMk/>
            <pc:sldMk cId="1358161923" sldId="433"/>
            <ac:picMk id="46" creationId="{5B179EAF-33E4-4E34-8CED-9AC80818FE08}"/>
          </ac:picMkLst>
        </pc:picChg>
        <pc:picChg chg="add mod">
          <ac:chgData name="JORGE PEREZ HEREDIA" userId="d91a5bf9-533c-4af3-8d82-bb52d16ef3cb" providerId="ADAL" clId="{A69445FE-F50B-4C9A-8320-1BECF320A370}" dt="2020-02-27T17:32:03.638" v="2151" actId="1076"/>
          <ac:picMkLst>
            <pc:docMk/>
            <pc:sldMk cId="1358161923" sldId="433"/>
            <ac:picMk id="47" creationId="{55CF9EDE-6816-40DF-9DE1-73C123BCA96E}"/>
          </ac:picMkLst>
        </pc:picChg>
        <pc:picChg chg="add del mod">
          <ac:chgData name="JORGE PEREZ HEREDIA" userId="d91a5bf9-533c-4af3-8d82-bb52d16ef3cb" providerId="ADAL" clId="{A69445FE-F50B-4C9A-8320-1BECF320A370}" dt="2020-02-27T17:36:00.760" v="2301" actId="478"/>
          <ac:picMkLst>
            <pc:docMk/>
            <pc:sldMk cId="1358161923" sldId="433"/>
            <ac:picMk id="54" creationId="{311358D7-1595-442D-8CBB-8BBE4469185F}"/>
          </ac:picMkLst>
        </pc:picChg>
        <pc:picChg chg="add del mod">
          <ac:chgData name="JORGE PEREZ HEREDIA" userId="d91a5bf9-533c-4af3-8d82-bb52d16ef3cb" providerId="ADAL" clId="{A69445FE-F50B-4C9A-8320-1BECF320A370}" dt="2020-02-27T17:36:00.224" v="2300" actId="478"/>
          <ac:picMkLst>
            <pc:docMk/>
            <pc:sldMk cId="1358161923" sldId="433"/>
            <ac:picMk id="55" creationId="{6698D755-6CCF-4C8B-B488-EAF836A3456A}"/>
          </ac:picMkLst>
        </pc:picChg>
        <pc:picChg chg="add del mod">
          <ac:chgData name="JORGE PEREZ HEREDIA" userId="d91a5bf9-533c-4af3-8d82-bb52d16ef3cb" providerId="ADAL" clId="{A69445FE-F50B-4C9A-8320-1BECF320A370}" dt="2020-02-27T17:36:02.001" v="2303" actId="478"/>
          <ac:picMkLst>
            <pc:docMk/>
            <pc:sldMk cId="1358161923" sldId="433"/>
            <ac:picMk id="56" creationId="{0A7F50BC-4BD9-4652-B3A2-0BDA4FDBE038}"/>
          </ac:picMkLst>
        </pc:picChg>
        <pc:picChg chg="add del mod">
          <ac:chgData name="JORGE PEREZ HEREDIA" userId="d91a5bf9-533c-4af3-8d82-bb52d16ef3cb" providerId="ADAL" clId="{A69445FE-F50B-4C9A-8320-1BECF320A370}" dt="2020-02-27T17:36:02.567" v="2304" actId="478"/>
          <ac:picMkLst>
            <pc:docMk/>
            <pc:sldMk cId="1358161923" sldId="433"/>
            <ac:picMk id="57" creationId="{F78A8EE6-9724-4A17-A7F1-A9C79FBB49FD}"/>
          </ac:picMkLst>
        </pc:picChg>
        <pc:picChg chg="add del mod">
          <ac:chgData name="JORGE PEREZ HEREDIA" userId="d91a5bf9-533c-4af3-8d82-bb52d16ef3cb" providerId="ADAL" clId="{A69445FE-F50B-4C9A-8320-1BECF320A370}" dt="2020-02-27T17:36:03.152" v="2305" actId="478"/>
          <ac:picMkLst>
            <pc:docMk/>
            <pc:sldMk cId="1358161923" sldId="433"/>
            <ac:picMk id="58" creationId="{A6AC7B0B-B4CF-490C-B10C-F38EAC54E301}"/>
          </ac:picMkLst>
        </pc:picChg>
        <pc:picChg chg="add mod">
          <ac:chgData name="JORGE PEREZ HEREDIA" userId="d91a5bf9-533c-4af3-8d82-bb52d16ef3cb" providerId="ADAL" clId="{A69445FE-F50B-4C9A-8320-1BECF320A370}" dt="2020-02-27T17:36:35.521" v="2324" actId="1076"/>
          <ac:picMkLst>
            <pc:docMk/>
            <pc:sldMk cId="1358161923" sldId="433"/>
            <ac:picMk id="59" creationId="{3449F74B-5423-4C83-9A9C-6BABF11AADC7}"/>
          </ac:picMkLst>
        </pc:picChg>
        <pc:picChg chg="add del mod">
          <ac:chgData name="JORGE PEREZ HEREDIA" userId="d91a5bf9-533c-4af3-8d82-bb52d16ef3cb" providerId="ADAL" clId="{A69445FE-F50B-4C9A-8320-1BECF320A370}" dt="2020-02-27T17:36:01.430" v="2302" actId="478"/>
          <ac:picMkLst>
            <pc:docMk/>
            <pc:sldMk cId="1358161923" sldId="433"/>
            <ac:picMk id="60" creationId="{C60ED5D1-A934-4AAB-A674-AB638CB3F9A9}"/>
          </ac:picMkLst>
        </pc:picChg>
        <pc:picChg chg="add mod">
          <ac:chgData name="JORGE PEREZ HEREDIA" userId="d91a5bf9-533c-4af3-8d82-bb52d16ef3cb" providerId="ADAL" clId="{A69445FE-F50B-4C9A-8320-1BECF320A370}" dt="2020-02-27T17:32:20.094" v="2155" actId="1076"/>
          <ac:picMkLst>
            <pc:docMk/>
            <pc:sldMk cId="1358161923" sldId="433"/>
            <ac:picMk id="65" creationId="{704ED2E4-8461-40AF-BE7E-C77FE346A6A6}"/>
          </ac:picMkLst>
        </pc:picChg>
        <pc:picChg chg="add del mod">
          <ac:chgData name="JORGE PEREZ HEREDIA" userId="d91a5bf9-533c-4af3-8d82-bb52d16ef3cb" providerId="ADAL" clId="{A69445FE-F50B-4C9A-8320-1BECF320A370}" dt="2020-02-27T17:36:28.893" v="2322"/>
          <ac:picMkLst>
            <pc:docMk/>
            <pc:sldMk cId="1358161923" sldId="433"/>
            <ac:picMk id="69" creationId="{45DF575E-A3C4-41C0-B85D-73E386B7686A}"/>
          </ac:picMkLst>
        </pc:picChg>
        <pc:picChg chg="add del mod">
          <ac:chgData name="JORGE PEREZ HEREDIA" userId="d91a5bf9-533c-4af3-8d82-bb52d16ef3cb" providerId="ADAL" clId="{A69445FE-F50B-4C9A-8320-1BECF320A370}" dt="2020-02-27T17:36:28.029" v="2320"/>
          <ac:picMkLst>
            <pc:docMk/>
            <pc:sldMk cId="1358161923" sldId="433"/>
            <ac:picMk id="71" creationId="{3B8C9EBA-75F6-4B27-B285-253D0209B827}"/>
          </ac:picMkLst>
        </pc:picChg>
        <pc:picChg chg="add del">
          <ac:chgData name="JORGE PEREZ HEREDIA" userId="d91a5bf9-533c-4af3-8d82-bb52d16ef3cb" providerId="ADAL" clId="{A69445FE-F50B-4C9A-8320-1BECF320A370}" dt="2020-02-27T17:36:27.511" v="2318"/>
          <ac:picMkLst>
            <pc:docMk/>
            <pc:sldMk cId="1358161923" sldId="433"/>
            <ac:picMk id="72" creationId="{39111F05-F32D-405A-9896-4B4447F30D5E}"/>
          </ac:picMkLst>
        </pc:picChg>
        <pc:picChg chg="add mod">
          <ac:chgData name="JORGE PEREZ HEREDIA" userId="d91a5bf9-533c-4af3-8d82-bb52d16ef3cb" providerId="ADAL" clId="{A69445FE-F50B-4C9A-8320-1BECF320A370}" dt="2020-02-27T17:36:54.125" v="2333" actId="1076"/>
          <ac:picMkLst>
            <pc:docMk/>
            <pc:sldMk cId="1358161923" sldId="433"/>
            <ac:picMk id="73" creationId="{894D045F-C76A-42C9-A36E-1A639E6DA066}"/>
          </ac:picMkLst>
        </pc:picChg>
        <pc:picChg chg="add mod">
          <ac:chgData name="JORGE PEREZ HEREDIA" userId="d91a5bf9-533c-4af3-8d82-bb52d16ef3cb" providerId="ADAL" clId="{A69445FE-F50B-4C9A-8320-1BECF320A370}" dt="2020-02-27T17:36:57.964" v="2335" actId="1076"/>
          <ac:picMkLst>
            <pc:docMk/>
            <pc:sldMk cId="1358161923" sldId="433"/>
            <ac:picMk id="74" creationId="{5EFB42D0-515E-4DA2-B152-2F24F13838A0}"/>
          </ac:picMkLst>
        </pc:picChg>
        <pc:picChg chg="add mod">
          <ac:chgData name="JORGE PEREZ HEREDIA" userId="d91a5bf9-533c-4af3-8d82-bb52d16ef3cb" providerId="ADAL" clId="{A69445FE-F50B-4C9A-8320-1BECF320A370}" dt="2020-02-27T17:37:01.794" v="2337" actId="1076"/>
          <ac:picMkLst>
            <pc:docMk/>
            <pc:sldMk cId="1358161923" sldId="433"/>
            <ac:picMk id="75" creationId="{A82E86FD-7E69-4853-B8CC-1EB095EB887D}"/>
          </ac:picMkLst>
        </pc:picChg>
        <pc:picChg chg="add mod">
          <ac:chgData name="JORGE PEREZ HEREDIA" userId="d91a5bf9-533c-4af3-8d82-bb52d16ef3cb" providerId="ADAL" clId="{A69445FE-F50B-4C9A-8320-1BECF320A370}" dt="2020-02-27T17:37:04.637" v="2339" actId="1076"/>
          <ac:picMkLst>
            <pc:docMk/>
            <pc:sldMk cId="1358161923" sldId="433"/>
            <ac:picMk id="76" creationId="{23099588-D0A5-4434-B4F6-AD0F73FDB585}"/>
          </ac:picMkLst>
        </pc:picChg>
        <pc:picChg chg="add del mod">
          <ac:chgData name="JORGE PEREZ HEREDIA" userId="d91a5bf9-533c-4af3-8d82-bb52d16ef3cb" providerId="ADAL" clId="{A69445FE-F50B-4C9A-8320-1BECF320A370}" dt="2020-02-27T17:37:46.911" v="2356" actId="478"/>
          <ac:picMkLst>
            <pc:docMk/>
            <pc:sldMk cId="1358161923" sldId="433"/>
            <ac:picMk id="77" creationId="{62B2F516-6809-463D-A83E-DDED5BDAC635}"/>
          </ac:picMkLst>
        </pc:picChg>
        <pc:picChg chg="add del mod">
          <ac:chgData name="JORGE PEREZ HEREDIA" userId="d91a5bf9-533c-4af3-8d82-bb52d16ef3cb" providerId="ADAL" clId="{A69445FE-F50B-4C9A-8320-1BECF320A370}" dt="2020-02-27T17:37:44.987" v="2355" actId="478"/>
          <ac:picMkLst>
            <pc:docMk/>
            <pc:sldMk cId="1358161923" sldId="433"/>
            <ac:picMk id="78" creationId="{9F59492D-D0AF-4562-A574-58A09D50B49C}"/>
          </ac:picMkLst>
        </pc:picChg>
        <pc:picChg chg="add del mod">
          <ac:chgData name="JORGE PEREZ HEREDIA" userId="d91a5bf9-533c-4af3-8d82-bb52d16ef3cb" providerId="ADAL" clId="{A69445FE-F50B-4C9A-8320-1BECF320A370}" dt="2020-02-27T17:37:44.015" v="2354" actId="478"/>
          <ac:picMkLst>
            <pc:docMk/>
            <pc:sldMk cId="1358161923" sldId="433"/>
            <ac:picMk id="79" creationId="{95BC4FC1-FBC3-496F-9994-7191DF4E0E9F}"/>
          </ac:picMkLst>
        </pc:picChg>
        <pc:picChg chg="add del mod">
          <ac:chgData name="JORGE PEREZ HEREDIA" userId="d91a5bf9-533c-4af3-8d82-bb52d16ef3cb" providerId="ADAL" clId="{A69445FE-F50B-4C9A-8320-1BECF320A370}" dt="2020-02-27T17:43:00.074" v="2467" actId="478"/>
          <ac:picMkLst>
            <pc:docMk/>
            <pc:sldMk cId="1358161923" sldId="433"/>
            <ac:picMk id="80" creationId="{2B997B97-1ECA-4F62-8ED4-2A7DC80EDF63}"/>
          </ac:picMkLst>
        </pc:picChg>
        <pc:picChg chg="add mod">
          <ac:chgData name="JORGE PEREZ HEREDIA" userId="d91a5bf9-533c-4af3-8d82-bb52d16ef3cb" providerId="ADAL" clId="{A69445FE-F50B-4C9A-8320-1BECF320A370}" dt="2020-02-27T17:37:26.887" v="2349" actId="1076"/>
          <ac:picMkLst>
            <pc:docMk/>
            <pc:sldMk cId="1358161923" sldId="433"/>
            <ac:picMk id="81" creationId="{D876BA0D-F8DA-4389-A5B7-2A2B4FDF79E2}"/>
          </ac:picMkLst>
        </pc:picChg>
        <pc:picChg chg="add del mod">
          <ac:chgData name="JORGE PEREZ HEREDIA" userId="d91a5bf9-533c-4af3-8d82-bb52d16ef3cb" providerId="ADAL" clId="{A69445FE-F50B-4C9A-8320-1BECF320A370}" dt="2020-02-27T17:37:42.804" v="2353" actId="478"/>
          <ac:picMkLst>
            <pc:docMk/>
            <pc:sldMk cId="1358161923" sldId="433"/>
            <ac:picMk id="82" creationId="{9E928C9A-3170-4C55-8F9B-2D556850881A}"/>
          </ac:picMkLst>
        </pc:picChg>
        <pc:picChg chg="add mod">
          <ac:chgData name="JORGE PEREZ HEREDIA" userId="d91a5bf9-533c-4af3-8d82-bb52d16ef3cb" providerId="ADAL" clId="{A69445FE-F50B-4C9A-8320-1BECF320A370}" dt="2020-02-27T17:37:53.893" v="2358" actId="1076"/>
          <ac:picMkLst>
            <pc:docMk/>
            <pc:sldMk cId="1358161923" sldId="433"/>
            <ac:picMk id="83" creationId="{D7F39869-8A0E-4B3B-8451-A0CA8E6DB5C4}"/>
          </ac:picMkLst>
        </pc:picChg>
        <pc:picChg chg="add del mod">
          <ac:chgData name="JORGE PEREZ HEREDIA" userId="d91a5bf9-533c-4af3-8d82-bb52d16ef3cb" providerId="ADAL" clId="{A69445FE-F50B-4C9A-8320-1BECF320A370}" dt="2020-02-27T17:43:01.665" v="2468" actId="478"/>
          <ac:picMkLst>
            <pc:docMk/>
            <pc:sldMk cId="1358161923" sldId="433"/>
            <ac:picMk id="84" creationId="{49629DBA-B688-4FEE-A1A9-7E8F29F0B395}"/>
          </ac:picMkLst>
        </pc:picChg>
        <pc:picChg chg="add mod">
          <ac:chgData name="JORGE PEREZ HEREDIA" userId="d91a5bf9-533c-4af3-8d82-bb52d16ef3cb" providerId="ADAL" clId="{A69445FE-F50B-4C9A-8320-1BECF320A370}" dt="2020-02-27T17:42:36.306" v="2454" actId="1076"/>
          <ac:picMkLst>
            <pc:docMk/>
            <pc:sldMk cId="1358161923" sldId="433"/>
            <ac:picMk id="91" creationId="{45F83106-9C5A-445A-AA1A-7E104CE999FF}"/>
          </ac:picMkLst>
        </pc:picChg>
        <pc:picChg chg="add del">
          <ac:chgData name="JORGE PEREZ HEREDIA" userId="d91a5bf9-533c-4af3-8d82-bb52d16ef3cb" providerId="ADAL" clId="{A69445FE-F50B-4C9A-8320-1BECF320A370}" dt="2020-02-27T17:42:40.366" v="2456"/>
          <ac:picMkLst>
            <pc:docMk/>
            <pc:sldMk cId="1358161923" sldId="433"/>
            <ac:picMk id="92" creationId="{6CABBE0F-A82B-4DE1-B6BA-77B995D1911C}"/>
          </ac:picMkLst>
        </pc:picChg>
        <pc:picChg chg="add mod">
          <ac:chgData name="JORGE PEREZ HEREDIA" userId="d91a5bf9-533c-4af3-8d82-bb52d16ef3cb" providerId="ADAL" clId="{A69445FE-F50B-4C9A-8320-1BECF320A370}" dt="2020-02-27T17:42:46.536" v="2458" actId="1076"/>
          <ac:picMkLst>
            <pc:docMk/>
            <pc:sldMk cId="1358161923" sldId="433"/>
            <ac:picMk id="93" creationId="{E7274A72-6692-46AB-BC82-1192C8816F25}"/>
          </ac:picMkLst>
        </pc:picChg>
        <pc:picChg chg="add mod">
          <ac:chgData name="JORGE PEREZ HEREDIA" userId="d91a5bf9-533c-4af3-8d82-bb52d16ef3cb" providerId="ADAL" clId="{A69445FE-F50B-4C9A-8320-1BECF320A370}" dt="2020-02-27T17:42:49.700" v="2460" actId="1076"/>
          <ac:picMkLst>
            <pc:docMk/>
            <pc:sldMk cId="1358161923" sldId="433"/>
            <ac:picMk id="94" creationId="{7A1B3713-B9F4-4B78-BE1C-DBB281C28C73}"/>
          </ac:picMkLst>
        </pc:picChg>
        <pc:picChg chg="add mod">
          <ac:chgData name="JORGE PEREZ HEREDIA" userId="d91a5bf9-533c-4af3-8d82-bb52d16ef3cb" providerId="ADAL" clId="{A69445FE-F50B-4C9A-8320-1BECF320A370}" dt="2020-02-27T17:42:52.939" v="2462" actId="1076"/>
          <ac:picMkLst>
            <pc:docMk/>
            <pc:sldMk cId="1358161923" sldId="433"/>
            <ac:picMk id="95" creationId="{CA5B92C0-5E39-4E62-9B13-D3BD4774DA54}"/>
          </ac:picMkLst>
        </pc:picChg>
        <pc:picChg chg="add mod">
          <ac:chgData name="JORGE PEREZ HEREDIA" userId="d91a5bf9-533c-4af3-8d82-bb52d16ef3cb" providerId="ADAL" clId="{A69445FE-F50B-4C9A-8320-1BECF320A370}" dt="2020-02-27T17:42:56.134" v="2464" actId="1076"/>
          <ac:picMkLst>
            <pc:docMk/>
            <pc:sldMk cId="1358161923" sldId="433"/>
            <ac:picMk id="96" creationId="{ADEED271-711B-4125-8CD6-901D0D3AEC0C}"/>
          </ac:picMkLst>
        </pc:picChg>
        <pc:picChg chg="add mod">
          <ac:chgData name="JORGE PEREZ HEREDIA" userId="d91a5bf9-533c-4af3-8d82-bb52d16ef3cb" providerId="ADAL" clId="{A69445FE-F50B-4C9A-8320-1BECF320A370}" dt="2020-02-27T17:42:58.811" v="2466" actId="1076"/>
          <ac:picMkLst>
            <pc:docMk/>
            <pc:sldMk cId="1358161923" sldId="433"/>
            <ac:picMk id="97" creationId="{D3895DBD-CFCD-4371-BE78-5FCB1DEE3CE3}"/>
          </ac:picMkLst>
        </pc:picChg>
        <pc:picChg chg="add mod">
          <ac:chgData name="JORGE PEREZ HEREDIA" userId="d91a5bf9-533c-4af3-8d82-bb52d16ef3cb" providerId="ADAL" clId="{A69445FE-F50B-4C9A-8320-1BECF320A370}" dt="2020-02-27T17:43:53.085" v="2483" actId="1076"/>
          <ac:picMkLst>
            <pc:docMk/>
            <pc:sldMk cId="1358161923" sldId="433"/>
            <ac:picMk id="99" creationId="{CE34F029-2DBB-4EFE-9F9D-DE048E42EE22}"/>
          </ac:picMkLst>
        </pc:picChg>
        <pc:cxnChg chg="del mod">
          <ac:chgData name="JORGE PEREZ HEREDIA" userId="d91a5bf9-533c-4af3-8d82-bb52d16ef3cb" providerId="ADAL" clId="{A69445FE-F50B-4C9A-8320-1BECF320A370}" dt="2020-02-27T16:53:25.264" v="1463" actId="478"/>
          <ac:cxnSpMkLst>
            <pc:docMk/>
            <pc:sldMk cId="1358161923" sldId="433"/>
            <ac:cxnSpMk id="14" creationId="{5877E7BF-A1E9-A341-92FF-6DAF7665E14C}"/>
          </ac:cxnSpMkLst>
        </pc:cxnChg>
        <pc:cxnChg chg="add del mod">
          <ac:chgData name="JORGE PEREZ HEREDIA" userId="d91a5bf9-533c-4af3-8d82-bb52d16ef3cb" providerId="ADAL" clId="{A69445FE-F50B-4C9A-8320-1BECF320A370}" dt="2020-02-27T17:24:23.521" v="1969" actId="478"/>
          <ac:cxnSpMkLst>
            <pc:docMk/>
            <pc:sldMk cId="1358161923" sldId="433"/>
            <ac:cxnSpMk id="63" creationId="{4CB98D17-16AE-44C6-928C-53A9B578D55B}"/>
          </ac:cxnSpMkLst>
        </pc:cxnChg>
        <pc:cxnChg chg="add del mod">
          <ac:chgData name="JORGE PEREZ HEREDIA" userId="d91a5bf9-533c-4af3-8d82-bb52d16ef3cb" providerId="ADAL" clId="{A69445FE-F50B-4C9A-8320-1BECF320A370}" dt="2020-02-27T17:38:35.440" v="2362" actId="478"/>
          <ac:cxnSpMkLst>
            <pc:docMk/>
            <pc:sldMk cId="1358161923" sldId="433"/>
            <ac:cxnSpMk id="85" creationId="{B162DFAF-166E-4812-8C6E-BED0BAEF52DC}"/>
          </ac:cxnSpMkLst>
        </pc:cxnChg>
      </pc:sldChg>
      <pc:sldChg chg="addSp delSp modSp mod modAnim">
        <pc:chgData name="JORGE PEREZ HEREDIA" userId="d91a5bf9-533c-4af3-8d82-bb52d16ef3cb" providerId="ADAL" clId="{A69445FE-F50B-4C9A-8320-1BECF320A370}" dt="2020-02-27T17:30:40.531" v="2142"/>
        <pc:sldMkLst>
          <pc:docMk/>
          <pc:sldMk cId="278034381" sldId="434"/>
        </pc:sldMkLst>
        <pc:spChg chg="mod">
          <ac:chgData name="JORGE PEREZ HEREDIA" userId="d91a5bf9-533c-4af3-8d82-bb52d16ef3cb" providerId="ADAL" clId="{A69445FE-F50B-4C9A-8320-1BECF320A370}" dt="2020-02-27T16:20:18.899" v="330" actId="20577"/>
          <ac:spMkLst>
            <pc:docMk/>
            <pc:sldMk cId="278034381" sldId="434"/>
            <ac:spMk id="4" creationId="{50213A59-5CCB-4F46-8FF8-AE7DA930C69C}"/>
          </ac:spMkLst>
        </pc:spChg>
        <pc:spChg chg="mod">
          <ac:chgData name="JORGE PEREZ HEREDIA" userId="d91a5bf9-533c-4af3-8d82-bb52d16ef3cb" providerId="ADAL" clId="{A69445FE-F50B-4C9A-8320-1BECF320A370}" dt="2020-02-27T17:30:02.199" v="2132" actId="14100"/>
          <ac:spMkLst>
            <pc:docMk/>
            <pc:sldMk cId="278034381" sldId="434"/>
            <ac:spMk id="6" creationId="{4D34196A-02CA-4E09-B136-AE5DD4801A6B}"/>
          </ac:spMkLst>
        </pc:spChg>
        <pc:spChg chg="del">
          <ac:chgData name="JORGE PEREZ HEREDIA" userId="d91a5bf9-533c-4af3-8d82-bb52d16ef3cb" providerId="ADAL" clId="{A69445FE-F50B-4C9A-8320-1BECF320A370}" dt="2020-02-27T16:45:13.395" v="908" actId="478"/>
          <ac:spMkLst>
            <pc:docMk/>
            <pc:sldMk cId="278034381" sldId="434"/>
            <ac:spMk id="17" creationId="{066FD4E1-3E1C-46FE-AAF1-27CB3AE79745}"/>
          </ac:spMkLst>
        </pc:spChg>
        <pc:picChg chg="del">
          <ac:chgData name="JORGE PEREZ HEREDIA" userId="d91a5bf9-533c-4af3-8d82-bb52d16ef3cb" providerId="ADAL" clId="{A69445FE-F50B-4C9A-8320-1BECF320A370}" dt="2020-02-27T16:45:09.376" v="906" actId="478"/>
          <ac:picMkLst>
            <pc:docMk/>
            <pc:sldMk cId="278034381" sldId="434"/>
            <ac:picMk id="7" creationId="{E056010B-24FF-472B-A73A-72384A67F83A}"/>
          </ac:picMkLst>
        </pc:picChg>
        <pc:picChg chg="del">
          <ac:chgData name="JORGE PEREZ HEREDIA" userId="d91a5bf9-533c-4af3-8d82-bb52d16ef3cb" providerId="ADAL" clId="{A69445FE-F50B-4C9A-8320-1BECF320A370}" dt="2020-02-27T16:45:34.572" v="981" actId="478"/>
          <ac:picMkLst>
            <pc:docMk/>
            <pc:sldMk cId="278034381" sldId="434"/>
            <ac:picMk id="8" creationId="{9AC3B3FD-B3C0-4804-AFD4-AC0CD28FEA77}"/>
          </ac:picMkLst>
        </pc:picChg>
        <pc:picChg chg="add mod">
          <ac:chgData name="JORGE PEREZ HEREDIA" userId="d91a5bf9-533c-4af3-8d82-bb52d16ef3cb" providerId="ADAL" clId="{A69445FE-F50B-4C9A-8320-1BECF320A370}" dt="2020-02-27T16:50:52.838" v="1354" actId="1076"/>
          <ac:picMkLst>
            <pc:docMk/>
            <pc:sldMk cId="278034381" sldId="434"/>
            <ac:picMk id="9" creationId="{C236B0C6-06E9-43BC-BDD2-5EF62E20C885}"/>
          </ac:picMkLst>
        </pc:picChg>
        <pc:picChg chg="add mod">
          <ac:chgData name="JORGE PEREZ HEREDIA" userId="d91a5bf9-533c-4af3-8d82-bb52d16ef3cb" providerId="ADAL" clId="{A69445FE-F50B-4C9A-8320-1BECF320A370}" dt="2020-02-27T16:50:47.731" v="1353" actId="1076"/>
          <ac:picMkLst>
            <pc:docMk/>
            <pc:sldMk cId="278034381" sldId="434"/>
            <ac:picMk id="10" creationId="{6FC90D4B-7F4B-4DC0-9A57-156E0E2693EB}"/>
          </ac:picMkLst>
        </pc:picChg>
        <pc:picChg chg="del">
          <ac:chgData name="JORGE PEREZ HEREDIA" userId="d91a5bf9-533c-4af3-8d82-bb52d16ef3cb" providerId="ADAL" clId="{A69445FE-F50B-4C9A-8320-1BECF320A370}" dt="2020-02-27T16:45:11.276" v="907" actId="478"/>
          <ac:picMkLst>
            <pc:docMk/>
            <pc:sldMk cId="278034381" sldId="434"/>
            <ac:picMk id="13" creationId="{D3AE0181-9BCB-4B0A-9A9B-CD2386F21AB9}"/>
          </ac:picMkLst>
        </pc:picChg>
      </pc:sldChg>
    </pc:docChg>
  </pc:docChgLst>
  <pc:docChgLst>
    <pc:chgData name="EDUARDO SANCHEZ BURILLO" userId="4f0f9fff-8cc4-4437-a555-65efec65738e" providerId="ADAL" clId="{F2D63BE9-2F31-4E1D-8BDF-9DEF3DCF6733}"/>
    <pc:docChg chg="undo custSel addSld delSld modSld">
      <pc:chgData name="EDUARDO SANCHEZ BURILLO" userId="4f0f9fff-8cc4-4437-a555-65efec65738e" providerId="ADAL" clId="{F2D63BE9-2F31-4E1D-8BDF-9DEF3DCF6733}" dt="2020-03-19T08:37:03.909" v="1790" actId="20577"/>
      <pc:docMkLst>
        <pc:docMk/>
      </pc:docMkLst>
      <pc:sldChg chg="modSp">
        <pc:chgData name="EDUARDO SANCHEZ BURILLO" userId="4f0f9fff-8cc4-4437-a555-65efec65738e" providerId="ADAL" clId="{F2D63BE9-2F31-4E1D-8BDF-9DEF3DCF6733}" dt="2020-03-18T16:49:20.661" v="1" actId="20577"/>
        <pc:sldMkLst>
          <pc:docMk/>
          <pc:sldMk cId="457879814" sldId="256"/>
        </pc:sldMkLst>
        <pc:spChg chg="mod">
          <ac:chgData name="EDUARDO SANCHEZ BURILLO" userId="4f0f9fff-8cc4-4437-a555-65efec65738e" providerId="ADAL" clId="{F2D63BE9-2F31-4E1D-8BDF-9DEF3DCF6733}" dt="2020-03-18T16:49:20.661" v="1" actId="20577"/>
          <ac:spMkLst>
            <pc:docMk/>
            <pc:sldMk cId="457879814" sldId="256"/>
            <ac:spMk id="3" creationId="{00000000-0000-0000-0000-000000000000}"/>
          </ac:spMkLst>
        </pc:spChg>
      </pc:sldChg>
      <pc:sldChg chg="addSp delSp modSp">
        <pc:chgData name="EDUARDO SANCHEZ BURILLO" userId="4f0f9fff-8cc4-4437-a555-65efec65738e" providerId="ADAL" clId="{F2D63BE9-2F31-4E1D-8BDF-9DEF3DCF6733}" dt="2020-03-18T17:42:36.922" v="1604" actId="1076"/>
        <pc:sldMkLst>
          <pc:docMk/>
          <pc:sldMk cId="798560827" sldId="427"/>
        </pc:sldMkLst>
        <pc:spChg chg="mod">
          <ac:chgData name="EDUARDO SANCHEZ BURILLO" userId="4f0f9fff-8cc4-4437-a555-65efec65738e" providerId="ADAL" clId="{F2D63BE9-2F31-4E1D-8BDF-9DEF3DCF6733}" dt="2020-03-18T17:42:27.275" v="1603" actId="20577"/>
          <ac:spMkLst>
            <pc:docMk/>
            <pc:sldMk cId="798560827" sldId="427"/>
            <ac:spMk id="2" creationId="{3026D884-5972-5F42-834D-8F57E529E765}"/>
          </ac:spMkLst>
        </pc:spChg>
        <pc:spChg chg="mod">
          <ac:chgData name="EDUARDO SANCHEZ BURILLO" userId="4f0f9fff-8cc4-4437-a555-65efec65738e" providerId="ADAL" clId="{F2D63BE9-2F31-4E1D-8BDF-9DEF3DCF6733}" dt="2020-03-18T16:49:57.596" v="28" actId="20577"/>
          <ac:spMkLst>
            <pc:docMk/>
            <pc:sldMk cId="798560827" sldId="427"/>
            <ac:spMk id="5" creationId="{BB0C38BD-24F8-C149-8D06-90B3DDF6D5AA}"/>
          </ac:spMkLst>
        </pc:spChg>
        <pc:spChg chg="add mod">
          <ac:chgData name="EDUARDO SANCHEZ BURILLO" userId="4f0f9fff-8cc4-4437-a555-65efec65738e" providerId="ADAL" clId="{F2D63BE9-2F31-4E1D-8BDF-9DEF3DCF6733}" dt="2020-03-18T17:01:17.568" v="359" actId="1037"/>
          <ac:spMkLst>
            <pc:docMk/>
            <pc:sldMk cId="798560827" sldId="427"/>
            <ac:spMk id="15" creationId="{D89E5D9C-59C3-47B4-BD0F-9FB9BF9BD8BC}"/>
          </ac:spMkLst>
        </pc:spChg>
        <pc:spChg chg="add mod">
          <ac:chgData name="EDUARDO SANCHEZ BURILLO" userId="4f0f9fff-8cc4-4437-a555-65efec65738e" providerId="ADAL" clId="{F2D63BE9-2F31-4E1D-8BDF-9DEF3DCF6733}" dt="2020-03-18T17:42:36.922" v="1604" actId="1076"/>
          <ac:spMkLst>
            <pc:docMk/>
            <pc:sldMk cId="798560827" sldId="427"/>
            <ac:spMk id="16" creationId="{C73205AE-7972-4A62-8B1D-3160B3BAE8A8}"/>
          </ac:spMkLst>
        </pc:spChg>
        <pc:spChg chg="del">
          <ac:chgData name="EDUARDO SANCHEZ BURILLO" userId="4f0f9fff-8cc4-4437-a555-65efec65738e" providerId="ADAL" clId="{F2D63BE9-2F31-4E1D-8BDF-9DEF3DCF6733}" dt="2020-03-18T17:02:23.566" v="412" actId="478"/>
          <ac:spMkLst>
            <pc:docMk/>
            <pc:sldMk cId="798560827" sldId="427"/>
            <ac:spMk id="23" creationId="{0AA2DC71-FB9F-45D1-9DE1-205852DF92F3}"/>
          </ac:spMkLst>
        </pc:spChg>
        <pc:picChg chg="del">
          <ac:chgData name="EDUARDO SANCHEZ BURILLO" userId="4f0f9fff-8cc4-4437-a555-65efec65738e" providerId="ADAL" clId="{F2D63BE9-2F31-4E1D-8BDF-9DEF3DCF6733}" dt="2020-03-18T17:00:43.616" v="329" actId="478"/>
          <ac:picMkLst>
            <pc:docMk/>
            <pc:sldMk cId="798560827" sldId="427"/>
            <ac:picMk id="14" creationId="{0EAA6DB7-C510-4F8B-85EE-2FFD9ACC0FB3}"/>
          </ac:picMkLst>
        </pc:picChg>
        <pc:picChg chg="del">
          <ac:chgData name="EDUARDO SANCHEZ BURILLO" userId="4f0f9fff-8cc4-4437-a555-65efec65738e" providerId="ADAL" clId="{F2D63BE9-2F31-4E1D-8BDF-9DEF3DCF6733}" dt="2020-03-18T17:01:03.246" v="349" actId="478"/>
          <ac:picMkLst>
            <pc:docMk/>
            <pc:sldMk cId="798560827" sldId="427"/>
            <ac:picMk id="18" creationId="{434DB3B1-4C46-4952-820E-5327071E4A0D}"/>
          </ac:picMkLst>
        </pc:picChg>
      </pc:sldChg>
      <pc:sldChg chg="modSp">
        <pc:chgData name="EDUARDO SANCHEZ BURILLO" userId="4f0f9fff-8cc4-4437-a555-65efec65738e" providerId="ADAL" clId="{F2D63BE9-2F31-4E1D-8BDF-9DEF3DCF6733}" dt="2020-03-19T08:35:55.619" v="1663" actId="20577"/>
        <pc:sldMkLst>
          <pc:docMk/>
          <pc:sldMk cId="1140050816" sldId="430"/>
        </pc:sldMkLst>
        <pc:spChg chg="mod">
          <ac:chgData name="EDUARDO SANCHEZ BURILLO" userId="4f0f9fff-8cc4-4437-a555-65efec65738e" providerId="ADAL" clId="{F2D63BE9-2F31-4E1D-8BDF-9DEF3DCF6733}" dt="2020-03-19T08:35:55.619" v="1663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addSp delSp modSp">
        <pc:chgData name="EDUARDO SANCHEZ BURILLO" userId="4f0f9fff-8cc4-4437-a555-65efec65738e" providerId="ADAL" clId="{F2D63BE9-2F31-4E1D-8BDF-9DEF3DCF6733}" dt="2020-03-18T17:40:52.616" v="1572" actId="1076"/>
        <pc:sldMkLst>
          <pc:docMk/>
          <pc:sldMk cId="1358161923" sldId="433"/>
        </pc:sldMkLst>
        <pc:spChg chg="mod">
          <ac:chgData name="EDUARDO SANCHEZ BURILLO" userId="4f0f9fff-8cc4-4437-a555-65efec65738e" providerId="ADAL" clId="{F2D63BE9-2F31-4E1D-8BDF-9DEF3DCF6733}" dt="2020-03-18T17:38:54.798" v="1472" actId="1076"/>
          <ac:spMkLst>
            <pc:docMk/>
            <pc:sldMk cId="1358161923" sldId="433"/>
            <ac:spMk id="22" creationId="{5187E578-40A0-478B-B00E-AF510DB8576E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25" creationId="{CC840C91-6E2C-4FC2-AEC4-24FE6BE58F37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38" creationId="{437AA46A-BE36-45C3-96A1-7F75487AEBE2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40" creationId="{F23F99C5-92CD-42B4-9941-63FF26321DC0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64" creationId="{AF093C6A-6E40-4A0F-9D66-DE5DF172A01D}"/>
          </ac:spMkLst>
        </pc:spChg>
        <pc:spChg chg="mod">
          <ac:chgData name="EDUARDO SANCHEZ BURILLO" userId="4f0f9fff-8cc4-4437-a555-65efec65738e" providerId="ADAL" clId="{F2D63BE9-2F31-4E1D-8BDF-9DEF3DCF6733}" dt="2020-03-18T17:40:52.616" v="1572" actId="1076"/>
          <ac:spMkLst>
            <pc:docMk/>
            <pc:sldMk cId="1358161923" sldId="433"/>
            <ac:spMk id="69" creationId="{5F52A761-D86F-4A7C-A4FB-E126A80ABA39}"/>
          </ac:spMkLst>
        </pc:spChg>
        <pc:spChg chg="mod">
          <ac:chgData name="EDUARDO SANCHEZ BURILLO" userId="4f0f9fff-8cc4-4437-a555-65efec65738e" providerId="ADAL" clId="{F2D63BE9-2F31-4E1D-8BDF-9DEF3DCF6733}" dt="2020-03-18T17:38:45.644" v="1471" actId="1038"/>
          <ac:spMkLst>
            <pc:docMk/>
            <pc:sldMk cId="1358161923" sldId="433"/>
            <ac:spMk id="70" creationId="{7E70CB4A-588F-4902-B886-BBB3E369D4BA}"/>
          </ac:spMkLst>
        </pc:spChg>
        <pc:spChg chg="add del mod">
          <ac:chgData name="EDUARDO SANCHEZ BURILLO" userId="4f0f9fff-8cc4-4437-a555-65efec65738e" providerId="ADAL" clId="{F2D63BE9-2F31-4E1D-8BDF-9DEF3DCF6733}" dt="2020-03-18T17:05:53.248" v="627" actId="478"/>
          <ac:spMkLst>
            <pc:docMk/>
            <pc:sldMk cId="1358161923" sldId="433"/>
            <ac:spMk id="76" creationId="{D80A89DF-D87E-4764-AC3B-2C45FFDAD1D1}"/>
          </ac:spMkLst>
        </pc:spChg>
        <pc:spChg chg="add 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77" creationId="{3658F648-60D1-4FB6-BEF8-30743F6FBDBA}"/>
          </ac:spMkLst>
        </pc:spChg>
        <pc:spChg chg="add mod">
          <ac:chgData name="EDUARDO SANCHEZ BURILLO" userId="4f0f9fff-8cc4-4437-a555-65efec65738e" providerId="ADAL" clId="{F2D63BE9-2F31-4E1D-8BDF-9DEF3DCF6733}" dt="2020-03-18T17:38:54.798" v="1472" actId="1076"/>
          <ac:spMkLst>
            <pc:docMk/>
            <pc:sldMk cId="1358161923" sldId="433"/>
            <ac:spMk id="87" creationId="{059FEDF9-BCDF-40E3-97CF-7570C98DE489}"/>
          </ac:spMkLst>
        </pc:spChg>
        <pc:spChg chg="add mod">
          <ac:chgData name="EDUARDO SANCHEZ BURILLO" userId="4f0f9fff-8cc4-4437-a555-65efec65738e" providerId="ADAL" clId="{F2D63BE9-2F31-4E1D-8BDF-9DEF3DCF6733}" dt="2020-03-18T17:39:35.555" v="1520" actId="1076"/>
          <ac:spMkLst>
            <pc:docMk/>
            <pc:sldMk cId="1358161923" sldId="433"/>
            <ac:spMk id="88" creationId="{6E38180D-8D63-49DB-8736-B5ADFC8AD1ED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92" creationId="{4894CD5C-4EB3-4A0C-A5D6-501143CE7154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00" creationId="{F66D6642-924E-420E-B81C-008DF6BBBB12}"/>
          </ac:spMkLst>
        </pc:spChg>
        <pc:spChg chg="mod">
          <ac:chgData name="EDUARDO SANCHEZ BURILLO" userId="4f0f9fff-8cc4-4437-a555-65efec65738e" providerId="ADAL" clId="{F2D63BE9-2F31-4E1D-8BDF-9DEF3DCF6733}" dt="2020-03-18T17:38:57.328" v="1473" actId="1076"/>
          <ac:spMkLst>
            <pc:docMk/>
            <pc:sldMk cId="1358161923" sldId="433"/>
            <ac:spMk id="101" creationId="{57806DEE-B3C5-4CF7-9695-F62912098D90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04" creationId="{886DC74D-5E4A-448D-A001-F964AFB34532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05" creationId="{5B770BAF-E86A-4C73-B806-25C209A84A05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13" creationId="{72EBAF90-0AFC-424E-8F1F-05CCD40D5586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15" creationId="{84A0CEE0-B243-4E6C-B67D-60909444B948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21" creationId="{25621A60-2682-4ED2-A6F1-6E9D77CF78C6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22" creationId="{6CD1D697-79F8-4408-8717-DB735A620C22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23" creationId="{B63BE079-BB41-4C45-A49D-9C0E276E1905}"/>
          </ac:spMkLst>
        </pc:spChg>
        <pc:spChg chg="mod">
          <ac:chgData name="EDUARDO SANCHEZ BURILLO" userId="4f0f9fff-8cc4-4437-a555-65efec65738e" providerId="ADAL" clId="{F2D63BE9-2F31-4E1D-8BDF-9DEF3DCF6733}" dt="2020-03-18T17:40:18.190" v="1554" actId="1038"/>
          <ac:spMkLst>
            <pc:docMk/>
            <pc:sldMk cId="1358161923" sldId="433"/>
            <ac:spMk id="125" creationId="{04CAD8D2-099B-4217-89A3-553D21A4CF73}"/>
          </ac:spMkLst>
        </pc:spChg>
        <pc:graphicFrameChg chg="add del mod">
          <ac:chgData name="EDUARDO SANCHEZ BURILLO" userId="4f0f9fff-8cc4-4437-a555-65efec65738e" providerId="ADAL" clId="{F2D63BE9-2F31-4E1D-8BDF-9DEF3DCF6733}" dt="2020-03-18T17:04:26.511" v="419" actId="478"/>
          <ac:graphicFrameMkLst>
            <pc:docMk/>
            <pc:sldMk cId="1358161923" sldId="433"/>
            <ac:graphicFrameMk id="2" creationId="{9D0F24B9-A966-45DD-80E7-CA88551EACD7}"/>
          </ac:graphicFrameMkLst>
        </pc:graphicFrameChg>
        <pc:graphicFrameChg chg="add mod ord modGraphic">
          <ac:chgData name="EDUARDO SANCHEZ BURILLO" userId="4f0f9fff-8cc4-4437-a555-65efec65738e" providerId="ADAL" clId="{F2D63BE9-2F31-4E1D-8BDF-9DEF3DCF6733}" dt="2020-03-18T17:40:18.190" v="1554" actId="1038"/>
          <ac:graphicFrameMkLst>
            <pc:docMk/>
            <pc:sldMk cId="1358161923" sldId="433"/>
            <ac:graphicFrameMk id="5" creationId="{A54EBDB4-602B-482D-B9FB-E118F1B884A1}"/>
          </ac:graphicFrameMkLst>
        </pc:graphicFrameChg>
        <pc:graphicFrameChg chg="del">
          <ac:chgData name="EDUARDO SANCHEZ BURILLO" userId="4f0f9fff-8cc4-4437-a555-65efec65738e" providerId="ADAL" clId="{F2D63BE9-2F31-4E1D-8BDF-9DEF3DCF6733}" dt="2020-03-18T17:04:32.339" v="422" actId="478"/>
          <ac:graphicFrameMkLst>
            <pc:docMk/>
            <pc:sldMk cId="1358161923" sldId="433"/>
            <ac:graphicFrameMk id="10" creationId="{CE74D8B8-4521-4AD8-A711-4E394D3587E1}"/>
          </ac:graphicFrameMkLst>
        </pc:graphicFrame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33" creationId="{E10CBE6D-C806-4EB8-8AE8-6D280AFDAA7B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34" creationId="{29FD8727-34E8-49C2-8387-E401C48C0ACB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36" creationId="{F4BEC37B-5BBF-4938-8D82-D6B5C4A14D3D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37" creationId="{4CB00276-A0E6-4F9B-ACE9-D74893B84C8D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42" creationId="{DBBC4E4E-C4F5-4430-9E19-F4BE4CC1C001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44" creationId="{B8CDC7D1-FE86-4A2D-A5E9-13EB0CF4CB31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59" creationId="{3449F74B-5423-4C83-9A9C-6BABF11AADC7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73" creationId="{894D045F-C76A-42C9-A36E-1A639E6DA066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74" creationId="{5EFB42D0-515E-4DA2-B152-2F24F13838A0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75" creationId="{A82E86FD-7E69-4853-B8CC-1EB095EB887D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78" creationId="{57F6704F-DECD-4F3A-AFC7-5E744A6881FB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79" creationId="{4F2C16B2-FF54-4230-AB4A-D46074CDC1DE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0" creationId="{59F2CCD6-4224-46ED-85F8-09D0F2FF4E59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1" creationId="{D876BA0D-F8DA-4389-A5B7-2A2B4FDF79E2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2" creationId="{2D73B844-3810-4301-BCAE-027EFD1531AB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3" creationId="{D7F39869-8A0E-4B3B-8451-A0CA8E6DB5C4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4" creationId="{E5BC6F13-DB1D-42DD-BB4E-F4ADFA17DAF6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5" creationId="{C81C0CCE-EE82-4DDF-B9E8-64F901715F4E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86" creationId="{E2399D60-CE38-46E8-8828-01C6E7D62807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06" creationId="{419AD218-AD83-4D9D-B567-CB5DCF3B5D00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07" creationId="{1651C178-DC62-46C6-B68E-6EFEBC51474E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08" creationId="{85868388-7D55-48D0-8B5C-040D7A91FE99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09" creationId="{EAB98F37-7A99-4B54-8C4A-8CE16DF73A8B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10" creationId="{7602A63B-A83B-4D3D-BDBF-3F3FF760F1A1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11" creationId="{97E9C885-5267-4D5A-B255-5E72A2559514}"/>
          </ac:picMkLst>
        </pc:picChg>
        <pc:picChg chg="mod">
          <ac:chgData name="EDUARDO SANCHEZ BURILLO" userId="4f0f9fff-8cc4-4437-a555-65efec65738e" providerId="ADAL" clId="{F2D63BE9-2F31-4E1D-8BDF-9DEF3DCF6733}" dt="2020-03-18T17:40:18.190" v="1554" actId="1038"/>
          <ac:picMkLst>
            <pc:docMk/>
            <pc:sldMk cId="1358161923" sldId="433"/>
            <ac:picMk id="112" creationId="{40368714-67EF-49CC-8CBF-9566C770B757}"/>
          </ac:picMkLst>
        </pc:picChg>
      </pc:sldChg>
      <pc:sldChg chg="modSp del">
        <pc:chgData name="EDUARDO SANCHEZ BURILLO" userId="4f0f9fff-8cc4-4437-a555-65efec65738e" providerId="ADAL" clId="{F2D63BE9-2F31-4E1D-8BDF-9DEF3DCF6733}" dt="2020-03-18T17:28:07.616" v="1210" actId="2696"/>
        <pc:sldMkLst>
          <pc:docMk/>
          <pc:sldMk cId="278034381" sldId="434"/>
        </pc:sldMkLst>
        <pc:spChg chg="mod">
          <ac:chgData name="EDUARDO SANCHEZ BURILLO" userId="4f0f9fff-8cc4-4437-a555-65efec65738e" providerId="ADAL" clId="{F2D63BE9-2F31-4E1D-8BDF-9DEF3DCF6733}" dt="2020-03-18T17:03:03.219" v="415" actId="20577"/>
          <ac:spMkLst>
            <pc:docMk/>
            <pc:sldMk cId="278034381" sldId="434"/>
            <ac:spMk id="6" creationId="{4D34196A-02CA-4E09-B136-AE5DD4801A6B}"/>
          </ac:spMkLst>
        </pc:spChg>
      </pc:sldChg>
      <pc:sldChg chg="addSp delSp modSp add">
        <pc:chgData name="EDUARDO SANCHEZ BURILLO" userId="4f0f9fff-8cc4-4437-a555-65efec65738e" providerId="ADAL" clId="{F2D63BE9-2F31-4E1D-8BDF-9DEF3DCF6733}" dt="2020-03-19T08:31:24.152" v="1605" actId="1076"/>
        <pc:sldMkLst>
          <pc:docMk/>
          <pc:sldMk cId="2155808067" sldId="435"/>
        </pc:sldMkLst>
        <pc:spChg chg="mod">
          <ac:chgData name="EDUARDO SANCHEZ BURILLO" userId="4f0f9fff-8cc4-4437-a555-65efec65738e" providerId="ADAL" clId="{F2D63BE9-2F31-4E1D-8BDF-9DEF3DCF6733}" dt="2020-03-18T17:13:17.679" v="807"/>
          <ac:spMkLst>
            <pc:docMk/>
            <pc:sldMk cId="2155808067" sldId="435"/>
            <ac:spMk id="4" creationId="{392FC934-9824-435E-A88C-D8913AAE306B}"/>
          </ac:spMkLst>
        </pc:spChg>
        <pc:spChg chg="mod">
          <ac:chgData name="EDUARDO SANCHEZ BURILLO" userId="4f0f9fff-8cc4-4437-a555-65efec65738e" providerId="ADAL" clId="{F2D63BE9-2F31-4E1D-8BDF-9DEF3DCF6733}" dt="2020-03-18T17:13:28.498" v="876" actId="20577"/>
          <ac:spMkLst>
            <pc:docMk/>
            <pc:sldMk cId="2155808067" sldId="435"/>
            <ac:spMk id="5" creationId="{4855038C-ACFA-4826-A6FB-D32F71953505}"/>
          </ac:spMkLst>
        </pc:spChg>
        <pc:spChg chg="add del mod">
          <ac:chgData name="EDUARDO SANCHEZ BURILLO" userId="4f0f9fff-8cc4-4437-a555-65efec65738e" providerId="ADAL" clId="{F2D63BE9-2F31-4E1D-8BDF-9DEF3DCF6733}" dt="2020-03-18T17:17:27.128" v="1018" actId="20577"/>
          <ac:spMkLst>
            <pc:docMk/>
            <pc:sldMk cId="2155808067" sldId="435"/>
            <ac:spMk id="6" creationId="{46D76D21-1A0E-4533-88EA-A4FF8EA1A882}"/>
          </ac:spMkLst>
        </pc:spChg>
        <pc:spChg chg="add mod">
          <ac:chgData name="EDUARDO SANCHEZ BURILLO" userId="4f0f9fff-8cc4-4437-a555-65efec65738e" providerId="ADAL" clId="{F2D63BE9-2F31-4E1D-8BDF-9DEF3DCF6733}" dt="2020-03-18T17:15:20.495" v="882" actId="571"/>
          <ac:spMkLst>
            <pc:docMk/>
            <pc:sldMk cId="2155808067" sldId="435"/>
            <ac:spMk id="8" creationId="{6025634E-5559-433F-B518-3538C258C826}"/>
          </ac:spMkLst>
        </pc:spChg>
        <pc:picChg chg="add mod">
          <ac:chgData name="EDUARDO SANCHEZ BURILLO" userId="4f0f9fff-8cc4-4437-a555-65efec65738e" providerId="ADAL" clId="{F2D63BE9-2F31-4E1D-8BDF-9DEF3DCF6733}" dt="2020-03-18T17:16:00.610" v="942" actId="1076"/>
          <ac:picMkLst>
            <pc:docMk/>
            <pc:sldMk cId="2155808067" sldId="435"/>
            <ac:picMk id="7" creationId="{FEA42DA6-ABBC-4018-8250-50EAC966A6BE}"/>
          </ac:picMkLst>
        </pc:picChg>
        <pc:picChg chg="add mod">
          <ac:chgData name="EDUARDO SANCHEZ BURILLO" userId="4f0f9fff-8cc4-4437-a555-65efec65738e" providerId="ADAL" clId="{F2D63BE9-2F31-4E1D-8BDF-9DEF3DCF6733}" dt="2020-03-19T08:31:24.152" v="1605" actId="1076"/>
          <ac:picMkLst>
            <pc:docMk/>
            <pc:sldMk cId="2155808067" sldId="435"/>
            <ac:picMk id="9" creationId="{EFFB15DF-D993-4ED6-85AE-1ECDCDA971DE}"/>
          </ac:picMkLst>
        </pc:picChg>
      </pc:sldChg>
      <pc:sldChg chg="addSp delSp modSp add">
        <pc:chgData name="EDUARDO SANCHEZ BURILLO" userId="4f0f9fff-8cc4-4437-a555-65efec65738e" providerId="ADAL" clId="{F2D63BE9-2F31-4E1D-8BDF-9DEF3DCF6733}" dt="2020-03-18T17:41:31.772" v="1589" actId="20577"/>
        <pc:sldMkLst>
          <pc:docMk/>
          <pc:sldMk cId="2440532271" sldId="436"/>
        </pc:sldMkLst>
        <pc:spChg chg="mod">
          <ac:chgData name="EDUARDO SANCHEZ BURILLO" userId="4f0f9fff-8cc4-4437-a555-65efec65738e" providerId="ADAL" clId="{F2D63BE9-2F31-4E1D-8BDF-9DEF3DCF6733}" dt="2020-03-18T17:20:10.100" v="1038" actId="20577"/>
          <ac:spMkLst>
            <pc:docMk/>
            <pc:sldMk cId="2440532271" sldId="436"/>
            <ac:spMk id="4" creationId="{FBD7DA2B-197F-4602-8565-79EED9AFB2FE}"/>
          </ac:spMkLst>
        </pc:spChg>
        <pc:spChg chg="del">
          <ac:chgData name="EDUARDO SANCHEZ BURILLO" userId="4f0f9fff-8cc4-4437-a555-65efec65738e" providerId="ADAL" clId="{F2D63BE9-2F31-4E1D-8BDF-9DEF3DCF6733}" dt="2020-03-18T17:20:13.062" v="1039" actId="478"/>
          <ac:spMkLst>
            <pc:docMk/>
            <pc:sldMk cId="2440532271" sldId="436"/>
            <ac:spMk id="5" creationId="{2AF56ACD-3090-4E2A-A460-94E0C06EE0CC}"/>
          </ac:spMkLst>
        </pc:spChg>
        <pc:spChg chg="mod">
          <ac:chgData name="EDUARDO SANCHEZ BURILLO" userId="4f0f9fff-8cc4-4437-a555-65efec65738e" providerId="ADAL" clId="{F2D63BE9-2F31-4E1D-8BDF-9DEF3DCF6733}" dt="2020-03-18T17:41:31.772" v="1589" actId="20577"/>
          <ac:spMkLst>
            <pc:docMk/>
            <pc:sldMk cId="2440532271" sldId="436"/>
            <ac:spMk id="6" creationId="{373DBE0C-C4EF-481F-8063-828BB5802D1F}"/>
          </ac:spMkLst>
        </pc:spChg>
        <pc:picChg chg="add mod">
          <ac:chgData name="EDUARDO SANCHEZ BURILLO" userId="4f0f9fff-8cc4-4437-a555-65efec65738e" providerId="ADAL" clId="{F2D63BE9-2F31-4E1D-8BDF-9DEF3DCF6733}" dt="2020-03-18T17:35:12.997" v="1379" actId="1076"/>
          <ac:picMkLst>
            <pc:docMk/>
            <pc:sldMk cId="2440532271" sldId="436"/>
            <ac:picMk id="7" creationId="{4BD270FC-2A86-4B38-9F9E-44AB4F9DBF32}"/>
          </ac:picMkLst>
        </pc:picChg>
      </pc:sldChg>
      <pc:sldChg chg="addSp delSp modSp add">
        <pc:chgData name="EDUARDO SANCHEZ BURILLO" userId="4f0f9fff-8cc4-4437-a555-65efec65738e" providerId="ADAL" clId="{F2D63BE9-2F31-4E1D-8BDF-9DEF3DCF6733}" dt="2020-03-18T17:33:35.498" v="1267" actId="1076"/>
        <pc:sldMkLst>
          <pc:docMk/>
          <pc:sldMk cId="1367176797" sldId="437"/>
        </pc:sldMkLst>
        <pc:spChg chg="mod">
          <ac:chgData name="EDUARDO SANCHEZ BURILLO" userId="4f0f9fff-8cc4-4437-a555-65efec65738e" providerId="ADAL" clId="{F2D63BE9-2F31-4E1D-8BDF-9DEF3DCF6733}" dt="2020-03-18T17:31:59.534" v="1248" actId="1076"/>
          <ac:spMkLst>
            <pc:docMk/>
            <pc:sldMk cId="1367176797" sldId="437"/>
            <ac:spMk id="4" creationId="{492DCBC1-D25A-41A0-BD42-F7B535015C5B}"/>
          </ac:spMkLst>
        </pc:spChg>
        <pc:spChg chg="del">
          <ac:chgData name="EDUARDO SANCHEZ BURILLO" userId="4f0f9fff-8cc4-4437-a555-65efec65738e" providerId="ADAL" clId="{F2D63BE9-2F31-4E1D-8BDF-9DEF3DCF6733}" dt="2020-03-18T17:29:02.282" v="1222" actId="478"/>
          <ac:spMkLst>
            <pc:docMk/>
            <pc:sldMk cId="1367176797" sldId="437"/>
            <ac:spMk id="5" creationId="{3472A730-0ACA-44C1-A01C-20427CE9B0AC}"/>
          </ac:spMkLst>
        </pc:spChg>
        <pc:spChg chg="del">
          <ac:chgData name="EDUARDO SANCHEZ BURILLO" userId="4f0f9fff-8cc4-4437-a555-65efec65738e" providerId="ADAL" clId="{F2D63BE9-2F31-4E1D-8BDF-9DEF3DCF6733}" dt="2020-03-18T17:30:59.601" v="1240" actId="478"/>
          <ac:spMkLst>
            <pc:docMk/>
            <pc:sldMk cId="1367176797" sldId="437"/>
            <ac:spMk id="6" creationId="{86C609F8-9B1C-4CD4-8657-CD43444E36E5}"/>
          </ac:spMkLst>
        </pc:spChg>
        <pc:picChg chg="add mod">
          <ac:chgData name="EDUARDO SANCHEZ BURILLO" userId="4f0f9fff-8cc4-4437-a555-65efec65738e" providerId="ADAL" clId="{F2D63BE9-2F31-4E1D-8BDF-9DEF3DCF6733}" dt="2020-03-18T17:33:35.498" v="1267" actId="1076"/>
          <ac:picMkLst>
            <pc:docMk/>
            <pc:sldMk cId="1367176797" sldId="437"/>
            <ac:picMk id="7" creationId="{51CA9C03-56DD-4383-A34A-52CD9F3D115A}"/>
          </ac:picMkLst>
        </pc:picChg>
        <pc:picChg chg="add del mod">
          <ac:chgData name="EDUARDO SANCHEZ BURILLO" userId="4f0f9fff-8cc4-4437-a555-65efec65738e" providerId="ADAL" clId="{F2D63BE9-2F31-4E1D-8BDF-9DEF3DCF6733}" dt="2020-03-18T17:32:38.720" v="1252" actId="478"/>
          <ac:picMkLst>
            <pc:docMk/>
            <pc:sldMk cId="1367176797" sldId="437"/>
            <ac:picMk id="8" creationId="{F2C86F41-86AC-4E7D-BC1F-E192B5304422}"/>
          </ac:picMkLst>
        </pc:picChg>
        <pc:picChg chg="add del mod">
          <ac:chgData name="EDUARDO SANCHEZ BURILLO" userId="4f0f9fff-8cc4-4437-a555-65efec65738e" providerId="ADAL" clId="{F2D63BE9-2F31-4E1D-8BDF-9DEF3DCF6733}" dt="2020-03-18T17:33:16.272" v="1258" actId="478"/>
          <ac:picMkLst>
            <pc:docMk/>
            <pc:sldMk cId="1367176797" sldId="437"/>
            <ac:picMk id="9" creationId="{AFE24261-6070-474B-85F2-0D7A577801C5}"/>
          </ac:picMkLst>
        </pc:picChg>
        <pc:picChg chg="add mod">
          <ac:chgData name="EDUARDO SANCHEZ BURILLO" userId="4f0f9fff-8cc4-4437-a555-65efec65738e" providerId="ADAL" clId="{F2D63BE9-2F31-4E1D-8BDF-9DEF3DCF6733}" dt="2020-03-18T17:33:31.141" v="1265" actId="1076"/>
          <ac:picMkLst>
            <pc:docMk/>
            <pc:sldMk cId="1367176797" sldId="437"/>
            <ac:picMk id="10" creationId="{0A81C800-24BA-4F88-8E8E-A82CBAC66967}"/>
          </ac:picMkLst>
        </pc:picChg>
        <pc:picChg chg="add mod">
          <ac:chgData name="EDUARDO SANCHEZ BURILLO" userId="4f0f9fff-8cc4-4437-a555-65efec65738e" providerId="ADAL" clId="{F2D63BE9-2F31-4E1D-8BDF-9DEF3DCF6733}" dt="2020-03-18T17:33:34.842" v="1266" actId="1076"/>
          <ac:picMkLst>
            <pc:docMk/>
            <pc:sldMk cId="1367176797" sldId="437"/>
            <ac:picMk id="11" creationId="{FADCE996-783B-43D7-BF08-B3A9389D30FB}"/>
          </ac:picMkLst>
        </pc:picChg>
      </pc:sldChg>
      <pc:sldChg chg="delSp modSp add">
        <pc:chgData name="EDUARDO SANCHEZ BURILLO" userId="4f0f9fff-8cc4-4437-a555-65efec65738e" providerId="ADAL" clId="{F2D63BE9-2F31-4E1D-8BDF-9DEF3DCF6733}" dt="2020-03-19T08:37:03.909" v="1790" actId="20577"/>
        <pc:sldMkLst>
          <pc:docMk/>
          <pc:sldMk cId="2982396747" sldId="439"/>
        </pc:sldMkLst>
        <pc:spChg chg="mod">
          <ac:chgData name="EDUARDO SANCHEZ BURILLO" userId="4f0f9fff-8cc4-4437-a555-65efec65738e" providerId="ADAL" clId="{F2D63BE9-2F31-4E1D-8BDF-9DEF3DCF6733}" dt="2020-03-19T08:36:11.788" v="1682" actId="20577"/>
          <ac:spMkLst>
            <pc:docMk/>
            <pc:sldMk cId="2982396747" sldId="439"/>
            <ac:spMk id="4" creationId="{0912B6E1-6C87-494D-A31A-59DADC1FD5CA}"/>
          </ac:spMkLst>
        </pc:spChg>
        <pc:spChg chg="del">
          <ac:chgData name="EDUARDO SANCHEZ BURILLO" userId="4f0f9fff-8cc4-4437-a555-65efec65738e" providerId="ADAL" clId="{F2D63BE9-2F31-4E1D-8BDF-9DEF3DCF6733}" dt="2020-03-19T08:36:13.889" v="1683" actId="478"/>
          <ac:spMkLst>
            <pc:docMk/>
            <pc:sldMk cId="2982396747" sldId="439"/>
            <ac:spMk id="5" creationId="{7746F37C-BBE0-47E0-8417-349F24C02004}"/>
          </ac:spMkLst>
        </pc:spChg>
        <pc:spChg chg="mod">
          <ac:chgData name="EDUARDO SANCHEZ BURILLO" userId="4f0f9fff-8cc4-4437-a555-65efec65738e" providerId="ADAL" clId="{F2D63BE9-2F31-4E1D-8BDF-9DEF3DCF6733}" dt="2020-03-19T08:37:03.909" v="1790" actId="20577"/>
          <ac:spMkLst>
            <pc:docMk/>
            <pc:sldMk cId="2982396747" sldId="439"/>
            <ac:spMk id="6" creationId="{2F378D42-8AB9-47FD-BE7A-28A21F4F0C6B}"/>
          </ac:spMkLst>
        </pc:spChg>
      </pc:sldChg>
    </pc:docChg>
  </pc:docChgLst>
  <pc:docChgLst>
    <pc:chgData name="JORGE PEREZ HEREDIA" userId="d91a5bf9-533c-4af3-8d82-bb52d16ef3cb" providerId="ADAL" clId="{A6573822-C434-4884-A192-D0770D88E833}"/>
    <pc:docChg chg="undo custSel addSld delSld modSld">
      <pc:chgData name="JORGE PEREZ HEREDIA" userId="d91a5bf9-533c-4af3-8d82-bb52d16ef3cb" providerId="ADAL" clId="{A6573822-C434-4884-A192-D0770D88E833}" dt="2020-03-26T07:53:01.400" v="708" actId="20577"/>
      <pc:docMkLst>
        <pc:docMk/>
      </pc:docMkLst>
      <pc:sldChg chg="modSp mod">
        <pc:chgData name="JORGE PEREZ HEREDIA" userId="d91a5bf9-533c-4af3-8d82-bb52d16ef3cb" providerId="ADAL" clId="{A6573822-C434-4884-A192-D0770D88E833}" dt="2020-03-25T22:29:01.348" v="3" actId="20577"/>
        <pc:sldMkLst>
          <pc:docMk/>
          <pc:sldMk cId="457879814" sldId="256"/>
        </pc:sldMkLst>
        <pc:spChg chg="mod">
          <ac:chgData name="JORGE PEREZ HEREDIA" userId="d91a5bf9-533c-4af3-8d82-bb52d16ef3cb" providerId="ADAL" clId="{A6573822-C434-4884-A192-D0770D88E833}" dt="2020-03-25T22:29:01.348" v="3" actId="20577"/>
          <ac:spMkLst>
            <pc:docMk/>
            <pc:sldMk cId="457879814" sldId="256"/>
            <ac:spMk id="3" creationId="{00000000-0000-0000-0000-000000000000}"/>
          </ac:spMkLst>
        </pc:spChg>
      </pc:sldChg>
      <pc:sldChg chg="addSp delSp modSp mod">
        <pc:chgData name="JORGE PEREZ HEREDIA" userId="d91a5bf9-533c-4af3-8d82-bb52d16ef3cb" providerId="ADAL" clId="{A6573822-C434-4884-A192-D0770D88E833}" dt="2020-03-26T07:50:12.997" v="603" actId="1076"/>
        <pc:sldMkLst>
          <pc:docMk/>
          <pc:sldMk cId="798560827" sldId="427"/>
        </pc:sldMkLst>
        <pc:spChg chg="mod">
          <ac:chgData name="JORGE PEREZ HEREDIA" userId="d91a5bf9-533c-4af3-8d82-bb52d16ef3cb" providerId="ADAL" clId="{A6573822-C434-4884-A192-D0770D88E833}" dt="2020-03-26T07:49:40.677" v="594" actId="1076"/>
          <ac:spMkLst>
            <pc:docMk/>
            <pc:sldMk cId="798560827" sldId="427"/>
            <ac:spMk id="2" creationId="{3026D884-5972-5F42-834D-8F57E529E765}"/>
          </ac:spMkLst>
        </pc:spChg>
        <pc:spChg chg="mod">
          <ac:chgData name="JORGE PEREZ HEREDIA" userId="d91a5bf9-533c-4af3-8d82-bb52d16ef3cb" providerId="ADAL" clId="{A6573822-C434-4884-A192-D0770D88E833}" dt="2020-03-26T07:50:12.997" v="603" actId="1076"/>
          <ac:spMkLst>
            <pc:docMk/>
            <pc:sldMk cId="798560827" sldId="427"/>
            <ac:spMk id="15" creationId="{D89E5D9C-59C3-47B4-BD0F-9FB9BF9BD8BC}"/>
          </ac:spMkLst>
        </pc:spChg>
        <pc:spChg chg="add del mod">
          <ac:chgData name="JORGE PEREZ HEREDIA" userId="d91a5bf9-533c-4af3-8d82-bb52d16ef3cb" providerId="ADAL" clId="{A6573822-C434-4884-A192-D0770D88E833}" dt="2020-03-25T22:31:04.507" v="160" actId="478"/>
          <ac:spMkLst>
            <pc:docMk/>
            <pc:sldMk cId="798560827" sldId="427"/>
            <ac:spMk id="16" creationId="{10DBB622-3130-4F50-A4C7-15C9D2CDA3FB}"/>
          </ac:spMkLst>
        </pc:spChg>
        <pc:spChg chg="add del">
          <ac:chgData name="JORGE PEREZ HEREDIA" userId="d91a5bf9-533c-4af3-8d82-bb52d16ef3cb" providerId="ADAL" clId="{A6573822-C434-4884-A192-D0770D88E833}" dt="2020-03-25T22:33:07.842" v="242"/>
          <ac:spMkLst>
            <pc:docMk/>
            <pc:sldMk cId="798560827" sldId="427"/>
            <ac:spMk id="17" creationId="{7AA8F25D-A12D-469A-A7A8-2F4507FA02DC}"/>
          </ac:spMkLst>
        </pc:spChg>
        <pc:spChg chg="del mod">
          <ac:chgData name="JORGE PEREZ HEREDIA" userId="d91a5bf9-533c-4af3-8d82-bb52d16ef3cb" providerId="ADAL" clId="{A6573822-C434-4884-A192-D0770D88E833}" dt="2020-03-25T22:31:04.507" v="162"/>
          <ac:spMkLst>
            <pc:docMk/>
            <pc:sldMk cId="798560827" sldId="427"/>
            <ac:spMk id="22" creationId="{B8AF1E15-450E-46E0-A987-3227B063DEBB}"/>
          </ac:spMkLst>
        </pc:spChg>
        <pc:picChg chg="mod">
          <ac:chgData name="JORGE PEREZ HEREDIA" userId="d91a5bf9-533c-4af3-8d82-bb52d16ef3cb" providerId="ADAL" clId="{A6573822-C434-4884-A192-D0770D88E833}" dt="2020-03-26T07:49:44.873" v="595" actId="1076"/>
          <ac:picMkLst>
            <pc:docMk/>
            <pc:sldMk cId="798560827" sldId="427"/>
            <ac:picMk id="14" creationId="{201D18EA-D84B-47DF-B10A-96E2B03DBDC0}"/>
          </ac:picMkLst>
        </pc:picChg>
        <pc:picChg chg="mod">
          <ac:chgData name="JORGE PEREZ HEREDIA" userId="d91a5bf9-533c-4af3-8d82-bb52d16ef3cb" providerId="ADAL" clId="{A6573822-C434-4884-A192-D0770D88E833}" dt="2020-03-26T07:49:58.267" v="598" actId="1076"/>
          <ac:picMkLst>
            <pc:docMk/>
            <pc:sldMk cId="798560827" sldId="427"/>
            <ac:picMk id="20" creationId="{3AD72A1C-9D75-4A04-AA4F-59D7F6731C56}"/>
          </ac:picMkLst>
        </pc:picChg>
        <pc:picChg chg="del">
          <ac:chgData name="JORGE PEREZ HEREDIA" userId="d91a5bf9-533c-4af3-8d82-bb52d16ef3cb" providerId="ADAL" clId="{A6573822-C434-4884-A192-D0770D88E833}" dt="2020-03-25T22:33:05.952" v="240" actId="478"/>
          <ac:picMkLst>
            <pc:docMk/>
            <pc:sldMk cId="798560827" sldId="427"/>
            <ac:picMk id="21" creationId="{4886D227-F9B1-4C9E-8CC3-9CB6B588BD99}"/>
          </ac:picMkLst>
        </pc:picChg>
      </pc:sldChg>
      <pc:sldChg chg="modSp mod">
        <pc:chgData name="JORGE PEREZ HEREDIA" userId="d91a5bf9-533c-4af3-8d82-bb52d16ef3cb" providerId="ADAL" clId="{A6573822-C434-4884-A192-D0770D88E833}" dt="2020-03-25T22:40:14.998" v="568" actId="20577"/>
        <pc:sldMkLst>
          <pc:docMk/>
          <pc:sldMk cId="1140050816" sldId="430"/>
        </pc:sldMkLst>
        <pc:spChg chg="mod">
          <ac:chgData name="JORGE PEREZ HEREDIA" userId="d91a5bf9-533c-4af3-8d82-bb52d16ef3cb" providerId="ADAL" clId="{A6573822-C434-4884-A192-D0770D88E833}" dt="2020-03-25T22:40:14.998" v="568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delSp modSp mod">
        <pc:chgData name="JORGE PEREZ HEREDIA" userId="d91a5bf9-533c-4af3-8d82-bb52d16ef3cb" providerId="ADAL" clId="{A6573822-C434-4884-A192-D0770D88E833}" dt="2020-03-26T07:53:01.400" v="708" actId="20577"/>
        <pc:sldMkLst>
          <pc:docMk/>
          <pc:sldMk cId="1358161923" sldId="433"/>
        </pc:sldMkLst>
        <pc:spChg chg="mod">
          <ac:chgData name="JORGE PEREZ HEREDIA" userId="d91a5bf9-533c-4af3-8d82-bb52d16ef3cb" providerId="ADAL" clId="{A6573822-C434-4884-A192-D0770D88E833}" dt="2020-03-26T07:51:43.908" v="651" actId="1076"/>
          <ac:spMkLst>
            <pc:docMk/>
            <pc:sldMk cId="1358161923" sldId="433"/>
            <ac:spMk id="22" creationId="{5187E578-40A0-478B-B00E-AF510DB8576E}"/>
          </ac:spMkLst>
        </pc:spChg>
        <pc:spChg chg="del">
          <ac:chgData name="JORGE PEREZ HEREDIA" userId="d91a5bf9-533c-4af3-8d82-bb52d16ef3cb" providerId="ADAL" clId="{A6573822-C434-4884-A192-D0770D88E833}" dt="2020-03-25T22:35:22.465" v="351" actId="478"/>
          <ac:spMkLst>
            <pc:docMk/>
            <pc:sldMk cId="1358161923" sldId="433"/>
            <ac:spMk id="25" creationId="{CC840C91-6E2C-4FC2-AEC4-24FE6BE58F37}"/>
          </ac:spMkLst>
        </pc:spChg>
        <pc:spChg chg="del">
          <ac:chgData name="JORGE PEREZ HEREDIA" userId="d91a5bf9-533c-4af3-8d82-bb52d16ef3cb" providerId="ADAL" clId="{A6573822-C434-4884-A192-D0770D88E833}" dt="2020-03-25T22:35:01.426" v="345" actId="478"/>
          <ac:spMkLst>
            <pc:docMk/>
            <pc:sldMk cId="1358161923" sldId="433"/>
            <ac:spMk id="40" creationId="{F23F99C5-92CD-42B4-9941-63FF26321DC0}"/>
          </ac:spMkLst>
        </pc:spChg>
        <pc:spChg chg="del mod">
          <ac:chgData name="JORGE PEREZ HEREDIA" userId="d91a5bf9-533c-4af3-8d82-bb52d16ef3cb" providerId="ADAL" clId="{A6573822-C434-4884-A192-D0770D88E833}" dt="2020-03-25T22:35:24.188" v="353" actId="478"/>
          <ac:spMkLst>
            <pc:docMk/>
            <pc:sldMk cId="1358161923" sldId="433"/>
            <ac:spMk id="64" creationId="{AF093C6A-6E40-4A0F-9D66-DE5DF172A01D}"/>
          </ac:spMkLst>
        </pc:spChg>
        <pc:spChg chg="mod">
          <ac:chgData name="JORGE PEREZ HEREDIA" userId="d91a5bf9-533c-4af3-8d82-bb52d16ef3cb" providerId="ADAL" clId="{A6573822-C434-4884-A192-D0770D88E833}" dt="2020-03-26T07:52:27.138" v="659" actId="113"/>
          <ac:spMkLst>
            <pc:docMk/>
            <pc:sldMk cId="1358161923" sldId="433"/>
            <ac:spMk id="69" creationId="{5F52A761-D86F-4A7C-A4FB-E126A80ABA39}"/>
          </ac:spMkLst>
        </pc:spChg>
        <pc:spChg chg="mod">
          <ac:chgData name="JORGE PEREZ HEREDIA" userId="d91a5bf9-533c-4af3-8d82-bb52d16ef3cb" providerId="ADAL" clId="{A6573822-C434-4884-A192-D0770D88E833}" dt="2020-03-26T07:52:23.441" v="658" actId="1076"/>
          <ac:spMkLst>
            <pc:docMk/>
            <pc:sldMk cId="1358161923" sldId="433"/>
            <ac:spMk id="70" creationId="{7E70CB4A-588F-4902-B886-BBB3E369D4BA}"/>
          </ac:spMkLst>
        </pc:spChg>
        <pc:spChg chg="mod">
          <ac:chgData name="JORGE PEREZ HEREDIA" userId="d91a5bf9-533c-4af3-8d82-bb52d16ef3cb" providerId="ADAL" clId="{A6573822-C434-4884-A192-D0770D88E833}" dt="2020-03-26T07:50:36.903" v="629" actId="20577"/>
          <ac:spMkLst>
            <pc:docMk/>
            <pc:sldMk cId="1358161923" sldId="433"/>
            <ac:spMk id="77" creationId="{3658F648-60D1-4FB6-BEF8-30743F6FBDBA}"/>
          </ac:spMkLst>
        </pc:spChg>
        <pc:spChg chg="mod">
          <ac:chgData name="JORGE PEREZ HEREDIA" userId="d91a5bf9-533c-4af3-8d82-bb52d16ef3cb" providerId="ADAL" clId="{A6573822-C434-4884-A192-D0770D88E833}" dt="2020-03-25T22:35:13.574" v="347" actId="1076"/>
          <ac:spMkLst>
            <pc:docMk/>
            <pc:sldMk cId="1358161923" sldId="433"/>
            <ac:spMk id="87" creationId="{059FEDF9-BCDF-40E3-97CF-7570C98DE489}"/>
          </ac:spMkLst>
        </pc:spChg>
        <pc:spChg chg="mod">
          <ac:chgData name="JORGE PEREZ HEREDIA" userId="d91a5bf9-533c-4af3-8d82-bb52d16ef3cb" providerId="ADAL" clId="{A6573822-C434-4884-A192-D0770D88E833}" dt="2020-03-26T07:51:21.199" v="643" actId="403"/>
          <ac:spMkLst>
            <pc:docMk/>
            <pc:sldMk cId="1358161923" sldId="433"/>
            <ac:spMk id="88" creationId="{6E38180D-8D63-49DB-8736-B5ADFC8AD1ED}"/>
          </ac:spMkLst>
        </pc:spChg>
        <pc:spChg chg="mod">
          <ac:chgData name="JORGE PEREZ HEREDIA" userId="d91a5bf9-533c-4af3-8d82-bb52d16ef3cb" providerId="ADAL" clId="{A6573822-C434-4884-A192-D0770D88E833}" dt="2020-03-25T22:35:57.203" v="364" actId="1076"/>
          <ac:spMkLst>
            <pc:docMk/>
            <pc:sldMk cId="1358161923" sldId="433"/>
            <ac:spMk id="92" creationId="{4894CD5C-4EB3-4A0C-A5D6-501143CE7154}"/>
          </ac:spMkLst>
        </pc:spChg>
        <pc:spChg chg="mod">
          <ac:chgData name="JORGE PEREZ HEREDIA" userId="d91a5bf9-533c-4af3-8d82-bb52d16ef3cb" providerId="ADAL" clId="{A6573822-C434-4884-A192-D0770D88E833}" dt="2020-03-26T07:52:29.864" v="660" actId="113"/>
          <ac:spMkLst>
            <pc:docMk/>
            <pc:sldMk cId="1358161923" sldId="433"/>
            <ac:spMk id="100" creationId="{F66D6642-924E-420E-B81C-008DF6BBBB12}"/>
          </ac:spMkLst>
        </pc:spChg>
        <pc:spChg chg="mod">
          <ac:chgData name="JORGE PEREZ HEREDIA" userId="d91a5bf9-533c-4af3-8d82-bb52d16ef3cb" providerId="ADAL" clId="{A6573822-C434-4884-A192-D0770D88E833}" dt="2020-03-26T07:51:29.922" v="649" actId="14100"/>
          <ac:spMkLst>
            <pc:docMk/>
            <pc:sldMk cId="1358161923" sldId="433"/>
            <ac:spMk id="101" creationId="{57806DEE-B3C5-4CF7-9695-F62912098D90}"/>
          </ac:spMkLst>
        </pc:spChg>
        <pc:spChg chg="del mod">
          <ac:chgData name="JORGE PEREZ HEREDIA" userId="d91a5bf9-533c-4af3-8d82-bb52d16ef3cb" providerId="ADAL" clId="{A6573822-C434-4884-A192-D0770D88E833}" dt="2020-03-25T22:35:21.639" v="350" actId="478"/>
          <ac:spMkLst>
            <pc:docMk/>
            <pc:sldMk cId="1358161923" sldId="433"/>
            <ac:spMk id="104" creationId="{886DC74D-5E4A-448D-A001-F964AFB34532}"/>
          </ac:spMkLst>
        </pc:spChg>
        <pc:spChg chg="mod">
          <ac:chgData name="JORGE PEREZ HEREDIA" userId="d91a5bf9-533c-4af3-8d82-bb52d16ef3cb" providerId="ADAL" clId="{A6573822-C434-4884-A192-D0770D88E833}" dt="2020-03-25T22:35:20.115" v="349" actId="1076"/>
          <ac:spMkLst>
            <pc:docMk/>
            <pc:sldMk cId="1358161923" sldId="433"/>
            <ac:spMk id="105" creationId="{5B770BAF-E86A-4C73-B806-25C209A84A05}"/>
          </ac:spMkLst>
        </pc:spChg>
        <pc:spChg chg="mod">
          <ac:chgData name="JORGE PEREZ HEREDIA" userId="d91a5bf9-533c-4af3-8d82-bb52d16ef3cb" providerId="ADAL" clId="{A6573822-C434-4884-A192-D0770D88E833}" dt="2020-03-26T07:51:10.817" v="637" actId="403"/>
          <ac:spMkLst>
            <pc:docMk/>
            <pc:sldMk cId="1358161923" sldId="433"/>
            <ac:spMk id="113" creationId="{72EBAF90-0AFC-424E-8F1F-05CCD40D5586}"/>
          </ac:spMkLst>
        </pc:spChg>
        <pc:spChg chg="mod">
          <ac:chgData name="JORGE PEREZ HEREDIA" userId="d91a5bf9-533c-4af3-8d82-bb52d16ef3cb" providerId="ADAL" clId="{A6573822-C434-4884-A192-D0770D88E833}" dt="2020-03-26T07:50:50.869" v="631" actId="242"/>
          <ac:spMkLst>
            <pc:docMk/>
            <pc:sldMk cId="1358161923" sldId="433"/>
            <ac:spMk id="123" creationId="{B63BE079-BB41-4C45-A49D-9C0E276E1905}"/>
          </ac:spMkLst>
        </pc:spChg>
        <pc:spChg chg="mod">
          <ac:chgData name="JORGE PEREZ HEREDIA" userId="d91a5bf9-533c-4af3-8d82-bb52d16ef3cb" providerId="ADAL" clId="{A6573822-C434-4884-A192-D0770D88E833}" dt="2020-03-26T07:53:01.400" v="708" actId="20577"/>
          <ac:spMkLst>
            <pc:docMk/>
            <pc:sldMk cId="1358161923" sldId="433"/>
            <ac:spMk id="125" creationId="{04CAD8D2-099B-4217-89A3-553D21A4CF73}"/>
          </ac:spMkLst>
        </pc:spChg>
        <pc:graphicFrameChg chg="modGraphic">
          <ac:chgData name="JORGE PEREZ HEREDIA" userId="d91a5bf9-533c-4af3-8d82-bb52d16ef3cb" providerId="ADAL" clId="{A6573822-C434-4884-A192-D0770D88E833}" dt="2020-03-26T07:50:31.545" v="618" actId="20577"/>
          <ac:graphicFrameMkLst>
            <pc:docMk/>
            <pc:sldMk cId="1358161923" sldId="433"/>
            <ac:graphicFrameMk id="5" creationId="{A54EBDB4-602B-482D-B9FB-E118F1B884A1}"/>
          </ac:graphicFrameMkLst>
        </pc:graphicFrameChg>
        <pc:picChg chg="del">
          <ac:chgData name="JORGE PEREZ HEREDIA" userId="d91a5bf9-533c-4af3-8d82-bb52d16ef3cb" providerId="ADAL" clId="{A6573822-C434-4884-A192-D0770D88E833}" dt="2020-03-25T22:35:25.539" v="354" actId="478"/>
          <ac:picMkLst>
            <pc:docMk/>
            <pc:sldMk cId="1358161923" sldId="433"/>
            <ac:picMk id="33" creationId="{E10CBE6D-C806-4EB8-8AE8-6D280AFDAA7B}"/>
          </ac:picMkLst>
        </pc:picChg>
        <pc:picChg chg="del">
          <ac:chgData name="JORGE PEREZ HEREDIA" userId="d91a5bf9-533c-4af3-8d82-bb52d16ef3cb" providerId="ADAL" clId="{A6573822-C434-4884-A192-D0770D88E833}" dt="2020-03-25T22:35:26.915" v="355" actId="478"/>
          <ac:picMkLst>
            <pc:docMk/>
            <pc:sldMk cId="1358161923" sldId="433"/>
            <ac:picMk id="34" creationId="{29FD8727-34E8-49C2-8387-E401C48C0ACB}"/>
          </ac:picMkLst>
        </pc:picChg>
        <pc:picChg chg="del">
          <ac:chgData name="JORGE PEREZ HEREDIA" userId="d91a5bf9-533c-4af3-8d82-bb52d16ef3cb" providerId="ADAL" clId="{A6573822-C434-4884-A192-D0770D88E833}" dt="2020-03-25T22:35:25.539" v="354" actId="478"/>
          <ac:picMkLst>
            <pc:docMk/>
            <pc:sldMk cId="1358161923" sldId="433"/>
            <ac:picMk id="36" creationId="{F4BEC37B-5BBF-4938-8D82-D6B5C4A14D3D}"/>
          </ac:picMkLst>
        </pc:picChg>
        <pc:picChg chg="del">
          <ac:chgData name="JORGE PEREZ HEREDIA" userId="d91a5bf9-533c-4af3-8d82-bb52d16ef3cb" providerId="ADAL" clId="{A6573822-C434-4884-A192-D0770D88E833}" dt="2020-03-25T22:35:25.539" v="354" actId="478"/>
          <ac:picMkLst>
            <pc:docMk/>
            <pc:sldMk cId="1358161923" sldId="433"/>
            <ac:picMk id="37" creationId="{4CB00276-A0E6-4F9B-ACE9-D74893B84C8D}"/>
          </ac:picMkLst>
        </pc:picChg>
        <pc:picChg chg="del">
          <ac:chgData name="JORGE PEREZ HEREDIA" userId="d91a5bf9-533c-4af3-8d82-bb52d16ef3cb" providerId="ADAL" clId="{A6573822-C434-4884-A192-D0770D88E833}" dt="2020-03-25T22:35:26.915" v="355" actId="478"/>
          <ac:picMkLst>
            <pc:docMk/>
            <pc:sldMk cId="1358161923" sldId="433"/>
            <ac:picMk id="42" creationId="{DBBC4E4E-C4F5-4430-9E19-F4BE4CC1C001}"/>
          </ac:picMkLst>
        </pc:picChg>
        <pc:picChg chg="del">
          <ac:chgData name="JORGE PEREZ HEREDIA" userId="d91a5bf9-533c-4af3-8d82-bb52d16ef3cb" providerId="ADAL" clId="{A6573822-C434-4884-A192-D0770D88E833}" dt="2020-03-25T22:35:25.539" v="354" actId="478"/>
          <ac:picMkLst>
            <pc:docMk/>
            <pc:sldMk cId="1358161923" sldId="433"/>
            <ac:picMk id="44" creationId="{B8CDC7D1-FE86-4A2D-A5E9-13EB0CF4CB31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78" creationId="{57F6704F-DECD-4F3A-AFC7-5E744A6881FB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79" creationId="{4F2C16B2-FF54-4230-AB4A-D46074CDC1DE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80" creationId="{59F2CCD6-4224-46ED-85F8-09D0F2FF4E59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82" creationId="{2D73B844-3810-4301-BCAE-027EFD1531AB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84" creationId="{E5BC6F13-DB1D-42DD-BB4E-F4ADFA17DAF6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85" creationId="{C81C0CCE-EE82-4DDF-B9E8-64F901715F4E}"/>
          </ac:picMkLst>
        </pc:picChg>
        <pc:picChg chg="mod">
          <ac:chgData name="JORGE PEREZ HEREDIA" userId="d91a5bf9-533c-4af3-8d82-bb52d16ef3cb" providerId="ADAL" clId="{A6573822-C434-4884-A192-D0770D88E833}" dt="2020-03-25T22:35:54.508" v="363" actId="1076"/>
          <ac:picMkLst>
            <pc:docMk/>
            <pc:sldMk cId="1358161923" sldId="433"/>
            <ac:picMk id="86" creationId="{E2399D60-CE38-46E8-8828-01C6E7D62807}"/>
          </ac:picMkLst>
        </pc:picChg>
        <pc:picChg chg="del">
          <ac:chgData name="JORGE PEREZ HEREDIA" userId="d91a5bf9-533c-4af3-8d82-bb52d16ef3cb" providerId="ADAL" clId="{A6573822-C434-4884-A192-D0770D88E833}" dt="2020-03-25T22:35:25.539" v="354" actId="478"/>
          <ac:picMkLst>
            <pc:docMk/>
            <pc:sldMk cId="1358161923" sldId="433"/>
            <ac:picMk id="110" creationId="{7602A63B-A83B-4D3D-BDBF-3F3FF760F1A1}"/>
          </ac:picMkLst>
        </pc:picChg>
        <pc:picChg chg="del">
          <ac:chgData name="JORGE PEREZ HEREDIA" userId="d91a5bf9-533c-4af3-8d82-bb52d16ef3cb" providerId="ADAL" clId="{A6573822-C434-4884-A192-D0770D88E833}" dt="2020-03-25T22:35:25.539" v="354" actId="478"/>
          <ac:picMkLst>
            <pc:docMk/>
            <pc:sldMk cId="1358161923" sldId="433"/>
            <ac:picMk id="111" creationId="{97E9C885-5267-4D5A-B255-5E72A2559514}"/>
          </ac:picMkLst>
        </pc:picChg>
        <pc:picChg chg="del">
          <ac:chgData name="JORGE PEREZ HEREDIA" userId="d91a5bf9-533c-4af3-8d82-bb52d16ef3cb" providerId="ADAL" clId="{A6573822-C434-4884-A192-D0770D88E833}" dt="2020-03-25T22:35:26.915" v="355" actId="478"/>
          <ac:picMkLst>
            <pc:docMk/>
            <pc:sldMk cId="1358161923" sldId="433"/>
            <ac:picMk id="112" creationId="{40368714-67EF-49CC-8CBF-9566C770B757}"/>
          </ac:picMkLst>
        </pc:picChg>
      </pc:sldChg>
      <pc:sldChg chg="addSp delSp modSp mod">
        <pc:chgData name="JORGE PEREZ HEREDIA" userId="d91a5bf9-533c-4af3-8d82-bb52d16ef3cb" providerId="ADAL" clId="{A6573822-C434-4884-A192-D0770D88E833}" dt="2020-03-25T22:36:36.303" v="370" actId="478"/>
        <pc:sldMkLst>
          <pc:docMk/>
          <pc:sldMk cId="2155808067" sldId="435"/>
        </pc:sldMkLst>
        <pc:spChg chg="del">
          <ac:chgData name="JORGE PEREZ HEREDIA" userId="d91a5bf9-533c-4af3-8d82-bb52d16ef3cb" providerId="ADAL" clId="{A6573822-C434-4884-A192-D0770D88E833}" dt="2020-03-25T22:36:32.158" v="367" actId="478"/>
          <ac:spMkLst>
            <pc:docMk/>
            <pc:sldMk cId="2155808067" sldId="435"/>
            <ac:spMk id="6" creationId="{46D76D21-1A0E-4533-88EA-A4FF8EA1A882}"/>
          </ac:spMkLst>
        </pc:spChg>
        <pc:spChg chg="add del mod">
          <ac:chgData name="JORGE PEREZ HEREDIA" userId="d91a5bf9-533c-4af3-8d82-bb52d16ef3cb" providerId="ADAL" clId="{A6573822-C434-4884-A192-D0770D88E833}" dt="2020-03-25T22:36:34.468" v="368" actId="478"/>
          <ac:spMkLst>
            <pc:docMk/>
            <pc:sldMk cId="2155808067" sldId="435"/>
            <ac:spMk id="10" creationId="{F3CE9D42-61B4-49E0-B808-4CB15EFB721E}"/>
          </ac:spMkLst>
        </pc:spChg>
        <pc:picChg chg="del">
          <ac:chgData name="JORGE PEREZ HEREDIA" userId="d91a5bf9-533c-4af3-8d82-bb52d16ef3cb" providerId="ADAL" clId="{A6573822-C434-4884-A192-D0770D88E833}" dt="2020-03-25T22:36:35.526" v="369" actId="478"/>
          <ac:picMkLst>
            <pc:docMk/>
            <pc:sldMk cId="2155808067" sldId="435"/>
            <ac:picMk id="7" creationId="{FEA42DA6-ABBC-4018-8250-50EAC966A6BE}"/>
          </ac:picMkLst>
        </pc:picChg>
        <pc:picChg chg="del">
          <ac:chgData name="JORGE PEREZ HEREDIA" userId="d91a5bf9-533c-4af3-8d82-bb52d16ef3cb" providerId="ADAL" clId="{A6573822-C434-4884-A192-D0770D88E833}" dt="2020-03-25T22:36:36.303" v="370" actId="478"/>
          <ac:picMkLst>
            <pc:docMk/>
            <pc:sldMk cId="2155808067" sldId="435"/>
            <ac:picMk id="9" creationId="{EFFB15DF-D993-4ED6-85AE-1ECDCDA971DE}"/>
          </ac:picMkLst>
        </pc:picChg>
      </pc:sldChg>
      <pc:sldChg chg="del">
        <pc:chgData name="JORGE PEREZ HEREDIA" userId="d91a5bf9-533c-4af3-8d82-bb52d16ef3cb" providerId="ADAL" clId="{A6573822-C434-4884-A192-D0770D88E833}" dt="2020-03-25T22:36:39.124" v="371" actId="47"/>
        <pc:sldMkLst>
          <pc:docMk/>
          <pc:sldMk cId="2440532271" sldId="436"/>
        </pc:sldMkLst>
      </pc:sldChg>
      <pc:sldChg chg="del">
        <pc:chgData name="JORGE PEREZ HEREDIA" userId="d91a5bf9-533c-4af3-8d82-bb52d16ef3cb" providerId="ADAL" clId="{A6573822-C434-4884-A192-D0770D88E833}" dt="2020-03-25T22:31:45.222" v="165" actId="47"/>
        <pc:sldMkLst>
          <pc:docMk/>
          <pc:sldMk cId="1367176797" sldId="437"/>
        </pc:sldMkLst>
      </pc:sldChg>
      <pc:sldChg chg="del">
        <pc:chgData name="JORGE PEREZ HEREDIA" userId="d91a5bf9-533c-4af3-8d82-bb52d16ef3cb" providerId="ADAL" clId="{A6573822-C434-4884-A192-D0770D88E833}" dt="2020-03-25T22:32:23.322" v="219" actId="47"/>
        <pc:sldMkLst>
          <pc:docMk/>
          <pc:sldMk cId="89540497" sldId="438"/>
        </pc:sldMkLst>
      </pc:sldChg>
      <pc:sldChg chg="del">
        <pc:chgData name="JORGE PEREZ HEREDIA" userId="d91a5bf9-533c-4af3-8d82-bb52d16ef3cb" providerId="ADAL" clId="{A6573822-C434-4884-A192-D0770D88E833}" dt="2020-03-25T22:31:42.283" v="164" actId="47"/>
        <pc:sldMkLst>
          <pc:docMk/>
          <pc:sldMk cId="2982396747" sldId="439"/>
        </pc:sldMkLst>
      </pc:sldChg>
      <pc:sldChg chg="delSp modSp add mod">
        <pc:chgData name="JORGE PEREZ HEREDIA" userId="d91a5bf9-533c-4af3-8d82-bb52d16ef3cb" providerId="ADAL" clId="{A6573822-C434-4884-A192-D0770D88E833}" dt="2020-03-25T22:32:15.096" v="215" actId="478"/>
        <pc:sldMkLst>
          <pc:docMk/>
          <pc:sldMk cId="3251636588" sldId="439"/>
        </pc:sldMkLst>
        <pc:spChg chg="del mod">
          <ac:chgData name="JORGE PEREZ HEREDIA" userId="d91a5bf9-533c-4af3-8d82-bb52d16ef3cb" providerId="ADAL" clId="{A6573822-C434-4884-A192-D0770D88E833}" dt="2020-03-25T22:32:09.588" v="210" actId="478"/>
          <ac:spMkLst>
            <pc:docMk/>
            <pc:sldMk cId="3251636588" sldId="439"/>
            <ac:spMk id="2" creationId="{3026D884-5972-5F42-834D-8F57E529E765}"/>
          </ac:spMkLst>
        </pc:spChg>
        <pc:spChg chg="mod">
          <ac:chgData name="JORGE PEREZ HEREDIA" userId="d91a5bf9-533c-4af3-8d82-bb52d16ef3cb" providerId="ADAL" clId="{A6573822-C434-4884-A192-D0770D88E833}" dt="2020-03-25T22:31:57.034" v="169"/>
          <ac:spMkLst>
            <pc:docMk/>
            <pc:sldMk cId="3251636588" sldId="439"/>
            <ac:spMk id="4" creationId="{705FF657-FCC0-144F-8C67-D6BFAAF7B2A6}"/>
          </ac:spMkLst>
        </pc:spChg>
        <pc:spChg chg="mod">
          <ac:chgData name="JORGE PEREZ HEREDIA" userId="d91a5bf9-533c-4af3-8d82-bb52d16ef3cb" providerId="ADAL" clId="{A6573822-C434-4884-A192-D0770D88E833}" dt="2020-03-25T22:32:05.103" v="208" actId="20577"/>
          <ac:spMkLst>
            <pc:docMk/>
            <pc:sldMk cId="3251636588" sldId="439"/>
            <ac:spMk id="5" creationId="{BB0C38BD-24F8-C149-8D06-90B3DDF6D5AA}"/>
          </ac:spMkLst>
        </pc:spChg>
        <pc:spChg chg="del">
          <ac:chgData name="JORGE PEREZ HEREDIA" userId="d91a5bf9-533c-4af3-8d82-bb52d16ef3cb" providerId="ADAL" clId="{A6573822-C434-4884-A192-D0770D88E833}" dt="2020-03-25T22:32:15.096" v="215" actId="478"/>
          <ac:spMkLst>
            <pc:docMk/>
            <pc:sldMk cId="3251636588" sldId="439"/>
            <ac:spMk id="15" creationId="{D89E5D9C-59C3-47B4-BD0F-9FB9BF9BD8BC}"/>
          </ac:spMkLst>
        </pc:spChg>
        <pc:picChg chg="del">
          <ac:chgData name="JORGE PEREZ HEREDIA" userId="d91a5bf9-533c-4af3-8d82-bb52d16ef3cb" providerId="ADAL" clId="{A6573822-C434-4884-A192-D0770D88E833}" dt="2020-03-25T22:32:11.640" v="213" actId="478"/>
          <ac:picMkLst>
            <pc:docMk/>
            <pc:sldMk cId="3251636588" sldId="439"/>
            <ac:picMk id="13" creationId="{45DEA28A-14E0-47C8-9BB8-0505F6B6AE12}"/>
          </ac:picMkLst>
        </pc:picChg>
        <pc:picChg chg="del">
          <ac:chgData name="JORGE PEREZ HEREDIA" userId="d91a5bf9-533c-4af3-8d82-bb52d16ef3cb" providerId="ADAL" clId="{A6573822-C434-4884-A192-D0770D88E833}" dt="2020-03-25T22:32:12.056" v="214" actId="478"/>
          <ac:picMkLst>
            <pc:docMk/>
            <pc:sldMk cId="3251636588" sldId="439"/>
            <ac:picMk id="14" creationId="{201D18EA-D84B-47DF-B10A-96E2B03DBDC0}"/>
          </ac:picMkLst>
        </pc:picChg>
        <pc:picChg chg="del">
          <ac:chgData name="JORGE PEREZ HEREDIA" userId="d91a5bf9-533c-4af3-8d82-bb52d16ef3cb" providerId="ADAL" clId="{A6573822-C434-4884-A192-D0770D88E833}" dt="2020-03-25T22:32:10.703" v="211" actId="478"/>
          <ac:picMkLst>
            <pc:docMk/>
            <pc:sldMk cId="3251636588" sldId="439"/>
            <ac:picMk id="20" creationId="{3AD72A1C-9D75-4A04-AA4F-59D7F6731C56}"/>
          </ac:picMkLst>
        </pc:picChg>
        <pc:picChg chg="del">
          <ac:chgData name="JORGE PEREZ HEREDIA" userId="d91a5bf9-533c-4af3-8d82-bb52d16ef3cb" providerId="ADAL" clId="{A6573822-C434-4884-A192-D0770D88E833}" dt="2020-03-25T22:32:11.151" v="212" actId="478"/>
          <ac:picMkLst>
            <pc:docMk/>
            <pc:sldMk cId="3251636588" sldId="439"/>
            <ac:picMk id="21" creationId="{4886D227-F9B1-4C9E-8CC3-9CB6B588BD99}"/>
          </ac:picMkLst>
        </pc:picChg>
      </pc:sldChg>
      <pc:sldChg chg="modSp add">
        <pc:chgData name="JORGE PEREZ HEREDIA" userId="d91a5bf9-533c-4af3-8d82-bb52d16ef3cb" providerId="ADAL" clId="{A6573822-C434-4884-A192-D0770D88E833}" dt="2020-03-25T22:32:20.672" v="218"/>
        <pc:sldMkLst>
          <pc:docMk/>
          <pc:sldMk cId="1717044454" sldId="440"/>
        </pc:sldMkLst>
        <pc:spChg chg="mod">
          <ac:chgData name="JORGE PEREZ HEREDIA" userId="d91a5bf9-533c-4af3-8d82-bb52d16ef3cb" providerId="ADAL" clId="{A6573822-C434-4884-A192-D0770D88E833}" dt="2020-03-25T22:32:19.433" v="217"/>
          <ac:spMkLst>
            <pc:docMk/>
            <pc:sldMk cId="1717044454" sldId="440"/>
            <ac:spMk id="4" creationId="{705FF657-FCC0-144F-8C67-D6BFAAF7B2A6}"/>
          </ac:spMkLst>
        </pc:spChg>
        <pc:spChg chg="mod">
          <ac:chgData name="JORGE PEREZ HEREDIA" userId="d91a5bf9-533c-4af3-8d82-bb52d16ef3cb" providerId="ADAL" clId="{A6573822-C434-4884-A192-D0770D88E833}" dt="2020-03-25T22:32:20.672" v="218"/>
          <ac:spMkLst>
            <pc:docMk/>
            <pc:sldMk cId="1717044454" sldId="440"/>
            <ac:spMk id="5" creationId="{BB0C38BD-24F8-C149-8D06-90B3DDF6D5AA}"/>
          </ac:spMkLst>
        </pc:spChg>
      </pc:sldChg>
    </pc:docChg>
  </pc:docChgLst>
  <pc:docChgLst>
    <pc:chgData name="JORGE PEREZ HEREDIA" userId="d91a5bf9-533c-4af3-8d82-bb52d16ef3cb" providerId="ADAL" clId="{844316F1-150C-4D17-B79B-F901CE7532B5}"/>
    <pc:docChg chg="custSel addSld modSld">
      <pc:chgData name="JORGE PEREZ HEREDIA" userId="d91a5bf9-533c-4af3-8d82-bb52d16ef3cb" providerId="ADAL" clId="{844316F1-150C-4D17-B79B-F901CE7532B5}" dt="2020-03-19T08:29:44.943" v="307" actId="20577"/>
      <pc:docMkLst>
        <pc:docMk/>
      </pc:docMkLst>
      <pc:sldChg chg="addSp delSp modSp mod">
        <pc:chgData name="JORGE PEREZ HEREDIA" userId="d91a5bf9-533c-4af3-8d82-bb52d16ef3cb" providerId="ADAL" clId="{844316F1-150C-4D17-B79B-F901CE7532B5}" dt="2020-03-18T18:51:28.344" v="98" actId="6549"/>
        <pc:sldMkLst>
          <pc:docMk/>
          <pc:sldMk cId="798560827" sldId="427"/>
        </pc:sldMkLst>
        <pc:spChg chg="mod">
          <ac:chgData name="JORGE PEREZ HEREDIA" userId="d91a5bf9-533c-4af3-8d82-bb52d16ef3cb" providerId="ADAL" clId="{844316F1-150C-4D17-B79B-F901CE7532B5}" dt="2020-03-18T18:51:28.344" v="98" actId="6549"/>
          <ac:spMkLst>
            <pc:docMk/>
            <pc:sldMk cId="798560827" sldId="427"/>
            <ac:spMk id="2" creationId="{3026D884-5972-5F42-834D-8F57E529E765}"/>
          </ac:spMkLst>
        </pc:spChg>
        <pc:spChg chg="del">
          <ac:chgData name="JORGE PEREZ HEREDIA" userId="d91a5bf9-533c-4af3-8d82-bb52d16ef3cb" providerId="ADAL" clId="{844316F1-150C-4D17-B79B-F901CE7532B5}" dt="2020-03-18T18:48:47.949" v="0" actId="478"/>
          <ac:spMkLst>
            <pc:docMk/>
            <pc:sldMk cId="798560827" sldId="427"/>
            <ac:spMk id="16" creationId="{C73205AE-7972-4A62-8B1D-3160B3BAE8A8}"/>
          </ac:spMkLst>
        </pc:spChg>
        <pc:picChg chg="add mod">
          <ac:chgData name="JORGE PEREZ HEREDIA" userId="d91a5bf9-533c-4af3-8d82-bb52d16ef3cb" providerId="ADAL" clId="{844316F1-150C-4D17-B79B-F901CE7532B5}" dt="2020-03-18T18:48:51.695" v="2" actId="1076"/>
          <ac:picMkLst>
            <pc:docMk/>
            <pc:sldMk cId="798560827" sldId="427"/>
            <ac:picMk id="14" creationId="{201D18EA-D84B-47DF-B10A-96E2B03DBDC0}"/>
          </ac:picMkLst>
        </pc:picChg>
      </pc:sldChg>
      <pc:sldChg chg="modSp mod">
        <pc:chgData name="JORGE PEREZ HEREDIA" userId="d91a5bf9-533c-4af3-8d82-bb52d16ef3cb" providerId="ADAL" clId="{844316F1-150C-4D17-B79B-F901CE7532B5}" dt="2020-03-19T08:29:44.943" v="307" actId="20577"/>
        <pc:sldMkLst>
          <pc:docMk/>
          <pc:sldMk cId="1140050816" sldId="430"/>
        </pc:sldMkLst>
        <pc:spChg chg="mod">
          <ac:chgData name="JORGE PEREZ HEREDIA" userId="d91a5bf9-533c-4af3-8d82-bb52d16ef3cb" providerId="ADAL" clId="{844316F1-150C-4D17-B79B-F901CE7532B5}" dt="2020-03-19T08:29:44.943" v="307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addSp delSp modSp mod">
        <pc:chgData name="JORGE PEREZ HEREDIA" userId="d91a5bf9-533c-4af3-8d82-bb52d16ef3cb" providerId="ADAL" clId="{844316F1-150C-4D17-B79B-F901CE7532B5}" dt="2020-03-18T18:57:58.824" v="303" actId="688"/>
        <pc:sldMkLst>
          <pc:docMk/>
          <pc:sldMk cId="1358161923" sldId="433"/>
        </pc:sldMkLst>
        <pc:spChg chg="mod">
          <ac:chgData name="JORGE PEREZ HEREDIA" userId="d91a5bf9-533c-4af3-8d82-bb52d16ef3cb" providerId="ADAL" clId="{844316F1-150C-4D17-B79B-F901CE7532B5}" dt="2020-03-18T18:49:56.204" v="48" actId="1076"/>
          <ac:spMkLst>
            <pc:docMk/>
            <pc:sldMk cId="1358161923" sldId="433"/>
            <ac:spMk id="71" creationId="{9B44AAF3-65DD-4684-ADC1-F0ACA192AAD0}"/>
          </ac:spMkLst>
        </pc:spChg>
        <pc:spChg chg="mod">
          <ac:chgData name="JORGE PEREZ HEREDIA" userId="d91a5bf9-533c-4af3-8d82-bb52d16ef3cb" providerId="ADAL" clId="{844316F1-150C-4D17-B79B-F901CE7532B5}" dt="2020-03-18T18:57:58.824" v="303" actId="688"/>
          <ac:spMkLst>
            <pc:docMk/>
            <pc:sldMk cId="1358161923" sldId="433"/>
            <ac:spMk id="87" creationId="{059FEDF9-BCDF-40E3-97CF-7570C98DE489}"/>
          </ac:spMkLst>
        </pc:spChg>
        <pc:spChg chg="mod">
          <ac:chgData name="JORGE PEREZ HEREDIA" userId="d91a5bf9-533c-4af3-8d82-bb52d16ef3cb" providerId="ADAL" clId="{844316F1-150C-4D17-B79B-F901CE7532B5}" dt="2020-03-18T18:49:34.524" v="46" actId="20577"/>
          <ac:spMkLst>
            <pc:docMk/>
            <pc:sldMk cId="1358161923" sldId="433"/>
            <ac:spMk id="88" creationId="{6E38180D-8D63-49DB-8736-B5ADFC8AD1ED}"/>
          </ac:spMkLst>
        </pc:spChg>
        <pc:spChg chg="del">
          <ac:chgData name="JORGE PEREZ HEREDIA" userId="d91a5bf9-533c-4af3-8d82-bb52d16ef3cb" providerId="ADAL" clId="{844316F1-150C-4D17-B79B-F901CE7532B5}" dt="2020-03-18T18:49:38.985" v="47" actId="478"/>
          <ac:spMkLst>
            <pc:docMk/>
            <pc:sldMk cId="1358161923" sldId="433"/>
            <ac:spMk id="124" creationId="{60BD40EA-4DDB-4E5D-831A-9646F44439CE}"/>
          </ac:spMkLst>
        </pc:spChg>
        <pc:picChg chg="add del mod">
          <ac:chgData name="JORGE PEREZ HEREDIA" userId="d91a5bf9-533c-4af3-8d82-bb52d16ef3cb" providerId="ADAL" clId="{844316F1-150C-4D17-B79B-F901CE7532B5}" dt="2020-03-18T18:54:47.441" v="129" actId="478"/>
          <ac:picMkLst>
            <pc:docMk/>
            <pc:sldMk cId="1358161923" sldId="433"/>
            <ac:picMk id="2" creationId="{4D64E378-EFEF-44CD-9FC0-706551947423}"/>
          </ac:picMkLst>
        </pc:picChg>
      </pc:sldChg>
      <pc:sldChg chg="addSp modSp mod">
        <pc:chgData name="JORGE PEREZ HEREDIA" userId="d91a5bf9-533c-4af3-8d82-bb52d16ef3cb" providerId="ADAL" clId="{844316F1-150C-4D17-B79B-F901CE7532B5}" dt="2020-03-18T18:57:24.073" v="302" actId="20577"/>
        <pc:sldMkLst>
          <pc:docMk/>
          <pc:sldMk cId="1367176797" sldId="437"/>
        </pc:sldMkLst>
        <pc:spChg chg="add mod">
          <ac:chgData name="JORGE PEREZ HEREDIA" userId="d91a5bf9-533c-4af3-8d82-bb52d16ef3cb" providerId="ADAL" clId="{844316F1-150C-4D17-B79B-F901CE7532B5}" dt="2020-03-18T18:57:24.073" v="302" actId="20577"/>
          <ac:spMkLst>
            <pc:docMk/>
            <pc:sldMk cId="1367176797" sldId="437"/>
            <ac:spMk id="8" creationId="{F58459F7-02D1-4AF5-AAE7-7A41C595B7F8}"/>
          </ac:spMkLst>
        </pc:spChg>
        <pc:picChg chg="mod">
          <ac:chgData name="JORGE PEREZ HEREDIA" userId="d91a5bf9-533c-4af3-8d82-bb52d16ef3cb" providerId="ADAL" clId="{844316F1-150C-4D17-B79B-F901CE7532B5}" dt="2020-03-18T18:56:55.513" v="222" actId="1076"/>
          <ac:picMkLst>
            <pc:docMk/>
            <pc:sldMk cId="1367176797" sldId="437"/>
            <ac:picMk id="7" creationId="{51CA9C03-56DD-4383-A34A-52CD9F3D115A}"/>
          </ac:picMkLst>
        </pc:picChg>
        <pc:picChg chg="mod">
          <ac:chgData name="JORGE PEREZ HEREDIA" userId="d91a5bf9-533c-4af3-8d82-bb52d16ef3cb" providerId="ADAL" clId="{844316F1-150C-4D17-B79B-F901CE7532B5}" dt="2020-03-18T18:57:15.788" v="293" actId="1076"/>
          <ac:picMkLst>
            <pc:docMk/>
            <pc:sldMk cId="1367176797" sldId="437"/>
            <ac:picMk id="10" creationId="{0A81C800-24BA-4F88-8E8E-A82CBAC66967}"/>
          </ac:picMkLst>
        </pc:picChg>
        <pc:picChg chg="mod">
          <ac:chgData name="JORGE PEREZ HEREDIA" userId="d91a5bf9-533c-4af3-8d82-bb52d16ef3cb" providerId="ADAL" clId="{844316F1-150C-4D17-B79B-F901CE7532B5}" dt="2020-03-18T18:57:18.383" v="294" actId="1076"/>
          <ac:picMkLst>
            <pc:docMk/>
            <pc:sldMk cId="1367176797" sldId="437"/>
            <ac:picMk id="11" creationId="{FADCE996-783B-43D7-BF08-B3A9389D30FB}"/>
          </ac:picMkLst>
        </pc:picChg>
      </pc:sldChg>
      <pc:sldChg chg="addSp delSp modSp add mod">
        <pc:chgData name="JORGE PEREZ HEREDIA" userId="d91a5bf9-533c-4af3-8d82-bb52d16ef3cb" providerId="ADAL" clId="{844316F1-150C-4D17-B79B-F901CE7532B5}" dt="2020-03-18T18:56:25.854" v="221" actId="1076"/>
        <pc:sldMkLst>
          <pc:docMk/>
          <pc:sldMk cId="89540497" sldId="438"/>
        </pc:sldMkLst>
        <pc:spChg chg="mod">
          <ac:chgData name="JORGE PEREZ HEREDIA" userId="d91a5bf9-533c-4af3-8d82-bb52d16ef3cb" providerId="ADAL" clId="{844316F1-150C-4D17-B79B-F901CE7532B5}" dt="2020-03-18T18:55:09.284" v="165" actId="20577"/>
          <ac:spMkLst>
            <pc:docMk/>
            <pc:sldMk cId="89540497" sldId="438"/>
            <ac:spMk id="4" creationId="{492DCBC1-D25A-41A0-BD42-F7B535015C5B}"/>
          </ac:spMkLst>
        </pc:spChg>
        <pc:spChg chg="add mod">
          <ac:chgData name="JORGE PEREZ HEREDIA" userId="d91a5bf9-533c-4af3-8d82-bb52d16ef3cb" providerId="ADAL" clId="{844316F1-150C-4D17-B79B-F901CE7532B5}" dt="2020-03-18T18:56:13.161" v="219" actId="20577"/>
          <ac:spMkLst>
            <pc:docMk/>
            <pc:sldMk cId="89540497" sldId="438"/>
            <ac:spMk id="8" creationId="{522A9B56-95B9-4E51-BC37-5BBD703ED1D4}"/>
          </ac:spMkLst>
        </pc:spChg>
        <pc:picChg chg="add mod">
          <ac:chgData name="JORGE PEREZ HEREDIA" userId="d91a5bf9-533c-4af3-8d82-bb52d16ef3cb" providerId="ADAL" clId="{844316F1-150C-4D17-B79B-F901CE7532B5}" dt="2020-03-18T18:56:25.854" v="221" actId="1076"/>
          <ac:picMkLst>
            <pc:docMk/>
            <pc:sldMk cId="89540497" sldId="438"/>
            <ac:picMk id="5" creationId="{C39D948A-5FDB-4BC4-8E1D-992824828327}"/>
          </ac:picMkLst>
        </pc:picChg>
        <pc:picChg chg="del mod">
          <ac:chgData name="JORGE PEREZ HEREDIA" userId="d91a5bf9-533c-4af3-8d82-bb52d16ef3cb" providerId="ADAL" clId="{844316F1-150C-4D17-B79B-F901CE7532B5}" dt="2020-03-18T18:55:18.093" v="168" actId="478"/>
          <ac:picMkLst>
            <pc:docMk/>
            <pc:sldMk cId="89540497" sldId="438"/>
            <ac:picMk id="7" creationId="{51CA9C03-56DD-4383-A34A-52CD9F3D115A}"/>
          </ac:picMkLst>
        </pc:picChg>
        <pc:picChg chg="del">
          <ac:chgData name="JORGE PEREZ HEREDIA" userId="d91a5bf9-533c-4af3-8d82-bb52d16ef3cb" providerId="ADAL" clId="{844316F1-150C-4D17-B79B-F901CE7532B5}" dt="2020-03-18T18:55:18.624" v="169" actId="478"/>
          <ac:picMkLst>
            <pc:docMk/>
            <pc:sldMk cId="89540497" sldId="438"/>
            <ac:picMk id="10" creationId="{0A81C800-24BA-4F88-8E8E-A82CBAC66967}"/>
          </ac:picMkLst>
        </pc:picChg>
        <pc:picChg chg="del">
          <ac:chgData name="JORGE PEREZ HEREDIA" userId="d91a5bf9-533c-4af3-8d82-bb52d16ef3cb" providerId="ADAL" clId="{844316F1-150C-4D17-B79B-F901CE7532B5}" dt="2020-03-18T18:55:19.134" v="170" actId="478"/>
          <ac:picMkLst>
            <pc:docMk/>
            <pc:sldMk cId="89540497" sldId="438"/>
            <ac:picMk id="11" creationId="{FADCE996-783B-43D7-BF08-B3A9389D30FB}"/>
          </ac:picMkLst>
        </pc:picChg>
      </pc:sldChg>
    </pc:docChg>
  </pc:docChgLst>
  <pc:docChgLst>
    <pc:chgData name="EDUARDO SANCHEZ BURILLO" userId="4f0f9fff-8cc4-4437-a555-65efec65738e" providerId="ADAL" clId="{85D14860-727D-4C64-B306-D98309AD80AF}"/>
    <pc:docChg chg="modSld">
      <pc:chgData name="EDUARDO SANCHEZ BURILLO" userId="4f0f9fff-8cc4-4437-a555-65efec65738e" providerId="ADAL" clId="{85D14860-727D-4C64-B306-D98309AD80AF}" dt="2020-03-26T10:13:43.061" v="26" actId="20577"/>
      <pc:docMkLst>
        <pc:docMk/>
      </pc:docMkLst>
      <pc:sldChg chg="modSp">
        <pc:chgData name="EDUARDO SANCHEZ BURILLO" userId="4f0f9fff-8cc4-4437-a555-65efec65738e" providerId="ADAL" clId="{85D14860-727D-4C64-B306-D98309AD80AF}" dt="2020-03-26T10:13:43.061" v="26" actId="20577"/>
        <pc:sldMkLst>
          <pc:docMk/>
          <pc:sldMk cId="1140050816" sldId="430"/>
        </pc:sldMkLst>
        <pc:spChg chg="mod">
          <ac:chgData name="EDUARDO SANCHEZ BURILLO" userId="4f0f9fff-8cc4-4437-a555-65efec65738e" providerId="ADAL" clId="{85D14860-727D-4C64-B306-D98309AD80AF}" dt="2020-03-26T10:13:43.061" v="26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modSp">
        <pc:chgData name="EDUARDO SANCHEZ BURILLO" userId="4f0f9fff-8cc4-4437-a555-65efec65738e" providerId="ADAL" clId="{85D14860-727D-4C64-B306-D98309AD80AF}" dt="2020-03-26T10:13:28.423" v="7" actId="20577"/>
        <pc:sldMkLst>
          <pc:docMk/>
          <pc:sldMk cId="1358161923" sldId="433"/>
        </pc:sldMkLst>
        <pc:spChg chg="mod">
          <ac:chgData name="EDUARDO SANCHEZ BURILLO" userId="4f0f9fff-8cc4-4437-a555-65efec65738e" providerId="ADAL" clId="{85D14860-727D-4C64-B306-D98309AD80AF}" dt="2020-03-26T10:13:28.423" v="7" actId="20577"/>
          <ac:spMkLst>
            <pc:docMk/>
            <pc:sldMk cId="1358161923" sldId="433"/>
            <ac:spMk id="113" creationId="{72EBAF90-0AFC-424E-8F1F-05CCD40D5586}"/>
          </ac:spMkLst>
        </pc:spChg>
      </pc:sldChg>
    </pc:docChg>
  </pc:docChgLst>
  <pc:docChgLst>
    <pc:chgData name="JORGE PEREZ HEREDIA" userId="S::jorge.perez@predictland.onmicrosoft.com::d91a5bf9-533c-4af3-8d82-bb52d16ef3cb" providerId="AD" clId="Web-{60ABA357-8347-403F-940F-3E49E97ED948}"/>
    <pc:docChg chg="modSld">
      <pc:chgData name="JORGE PEREZ HEREDIA" userId="S::jorge.perez@predictland.onmicrosoft.com::d91a5bf9-533c-4af3-8d82-bb52d16ef3cb" providerId="AD" clId="Web-{60ABA357-8347-403F-940F-3E49E97ED948}" dt="2020-02-12T11:53:42.523" v="23"/>
      <pc:docMkLst>
        <pc:docMk/>
      </pc:docMkLst>
      <pc:sldChg chg="modSp">
        <pc:chgData name="JORGE PEREZ HEREDIA" userId="S::jorge.perez@predictland.onmicrosoft.com::d91a5bf9-533c-4af3-8d82-bb52d16ef3cb" providerId="AD" clId="Web-{60ABA357-8347-403F-940F-3E49E97ED948}" dt="2020-02-12T11:48:21.242" v="9" actId="1076"/>
        <pc:sldMkLst>
          <pc:docMk/>
          <pc:sldMk cId="798560827" sldId="427"/>
        </pc:sldMkLst>
        <pc:spChg chg="mod">
          <ac:chgData name="JORGE PEREZ HEREDIA" userId="S::jorge.perez@predictland.onmicrosoft.com::d91a5bf9-533c-4af3-8d82-bb52d16ef3cb" providerId="AD" clId="Web-{60ABA357-8347-403F-940F-3E49E97ED948}" dt="2020-02-12T11:48:21.242" v="9" actId="1076"/>
          <ac:spMkLst>
            <pc:docMk/>
            <pc:sldMk cId="798560827" sldId="427"/>
            <ac:spMk id="2" creationId="{3026D884-5972-5F42-834D-8F57E529E765}"/>
          </ac:spMkLst>
        </pc:spChg>
      </pc:sldChg>
      <pc:sldChg chg="addCm">
        <pc:chgData name="JORGE PEREZ HEREDIA" userId="S::jorge.perez@predictland.onmicrosoft.com::d91a5bf9-533c-4af3-8d82-bb52d16ef3cb" providerId="AD" clId="Web-{60ABA357-8347-403F-940F-3E49E97ED948}" dt="2020-02-12T11:53:00.273" v="22"/>
        <pc:sldMkLst>
          <pc:docMk/>
          <pc:sldMk cId="3005267238" sldId="428"/>
        </pc:sldMkLst>
      </pc:sldChg>
      <pc:sldChg chg="modSp">
        <pc:chgData name="JORGE PEREZ HEREDIA" userId="S::jorge.perez@predictland.onmicrosoft.com::d91a5bf9-533c-4af3-8d82-bb52d16ef3cb" providerId="AD" clId="Web-{60ABA357-8347-403F-940F-3E49E97ED948}" dt="2020-02-12T11:51:40.961" v="20" actId="20577"/>
        <pc:sldMkLst>
          <pc:docMk/>
          <pc:sldMk cId="1140050816" sldId="430"/>
        </pc:sldMkLst>
        <pc:spChg chg="mod">
          <ac:chgData name="JORGE PEREZ HEREDIA" userId="S::jorge.perez@predictland.onmicrosoft.com::d91a5bf9-533c-4af3-8d82-bb52d16ef3cb" providerId="AD" clId="Web-{60ABA357-8347-403F-940F-3E49E97ED948}" dt="2020-02-12T11:51:40.961" v="20" actId="20577"/>
          <ac:spMkLst>
            <pc:docMk/>
            <pc:sldMk cId="1140050816" sldId="430"/>
            <ac:spMk id="6" creationId="{D1049438-30AA-2445-B3B8-7D37AF49524A}"/>
          </ac:spMkLst>
        </pc:spChg>
      </pc:sldChg>
      <pc:sldChg chg="addSp delSp modSp">
        <pc:chgData name="JORGE PEREZ HEREDIA" userId="S::jorge.perez@predictland.onmicrosoft.com::d91a5bf9-533c-4af3-8d82-bb52d16ef3cb" providerId="AD" clId="Web-{60ABA357-8347-403F-940F-3E49E97ED948}" dt="2020-02-12T11:50:13.883" v="14" actId="1076"/>
        <pc:sldMkLst>
          <pc:docMk/>
          <pc:sldMk cId="43992778" sldId="432"/>
        </pc:sldMkLst>
        <pc:picChg chg="del mod">
          <ac:chgData name="JORGE PEREZ HEREDIA" userId="S::jorge.perez@predictland.onmicrosoft.com::d91a5bf9-533c-4af3-8d82-bb52d16ef3cb" providerId="AD" clId="Web-{60ABA357-8347-403F-940F-3E49E97ED948}" dt="2020-02-12T11:49:58.555" v="12"/>
          <ac:picMkLst>
            <pc:docMk/>
            <pc:sldMk cId="43992778" sldId="432"/>
            <ac:picMk id="2" creationId="{425889B3-0BB5-5544-AB1C-CF912223726D}"/>
          </ac:picMkLst>
        </pc:picChg>
        <pc:picChg chg="add mod">
          <ac:chgData name="JORGE PEREZ HEREDIA" userId="S::jorge.perez@predictland.onmicrosoft.com::d91a5bf9-533c-4af3-8d82-bb52d16ef3cb" providerId="AD" clId="Web-{60ABA357-8347-403F-940F-3E49E97ED948}" dt="2020-02-12T11:50:13.883" v="14" actId="1076"/>
          <ac:picMkLst>
            <pc:docMk/>
            <pc:sldMk cId="43992778" sldId="432"/>
            <ac:picMk id="10" creationId="{48822D30-D7C7-4093-AAAC-FD79F533B0FA}"/>
          </ac:picMkLst>
        </pc:picChg>
      </pc:sldChg>
      <pc:sldChg chg="addCm">
        <pc:chgData name="JORGE PEREZ HEREDIA" userId="S::jorge.perez@predictland.onmicrosoft.com::d91a5bf9-533c-4af3-8d82-bb52d16ef3cb" providerId="AD" clId="Web-{60ABA357-8347-403F-940F-3E49E97ED948}" dt="2020-02-12T11:53:42.523" v="23"/>
        <pc:sldMkLst>
          <pc:docMk/>
          <pc:sldMk cId="1358161923" sldId="433"/>
        </pc:sldMkLst>
      </pc:sldChg>
      <pc:sldChg chg="addSp modSp">
        <pc:chgData name="JORGE PEREZ HEREDIA" userId="S::jorge.perez@predictland.onmicrosoft.com::d91a5bf9-533c-4af3-8d82-bb52d16ef3cb" providerId="AD" clId="Web-{60ABA357-8347-403F-940F-3E49E97ED948}" dt="2020-02-12T11:50:32.648" v="15" actId="1076"/>
        <pc:sldMkLst>
          <pc:docMk/>
          <pc:sldMk cId="278034381" sldId="434"/>
        </pc:sldMkLst>
        <pc:spChg chg="mod">
          <ac:chgData name="JORGE PEREZ HEREDIA" userId="S::jorge.perez@predictland.onmicrosoft.com::d91a5bf9-533c-4af3-8d82-bb52d16ef3cb" providerId="AD" clId="Web-{60ABA357-8347-403F-940F-3E49E97ED948}" dt="2020-02-12T11:50:32.648" v="15" actId="1076"/>
          <ac:spMkLst>
            <pc:docMk/>
            <pc:sldMk cId="278034381" sldId="434"/>
            <ac:spMk id="17" creationId="{066FD4E1-3E1C-46FE-AAF1-27CB3AE79745}"/>
          </ac:spMkLst>
        </pc:spChg>
        <pc:picChg chg="add mod">
          <ac:chgData name="JORGE PEREZ HEREDIA" userId="S::jorge.perez@predictland.onmicrosoft.com::d91a5bf9-533c-4af3-8d82-bb52d16ef3cb" providerId="AD" clId="Web-{60ABA357-8347-403F-940F-3E49E97ED948}" dt="2020-02-12T11:45:39.227" v="5" actId="1076"/>
          <ac:picMkLst>
            <pc:docMk/>
            <pc:sldMk cId="278034381" sldId="434"/>
            <ac:picMk id="8" creationId="{9AC3B3FD-B3C0-4804-AFD4-AC0CD28FEA7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30647-684B-3340-A452-66FEC45E345D}" type="datetimeFigureOut">
              <a:rPr lang="es-ES_tradnl" smtClean="0"/>
              <a:t>05/10/2020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F974C-EEEE-1F4D-8D9D-1A5897902B1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34737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45A51-4F37-764E-B140-14B8A7421E9F}" type="datetimeFigureOut">
              <a:rPr lang="es-ES_tradnl" smtClean="0"/>
              <a:t>05/10/2020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1DAEB-4E5C-4943-BFE7-7E896351651E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1645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1312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468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536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51994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070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4801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2628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8354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91DAEB-4E5C-4943-BFE7-7E896351651E}" type="slidenum">
              <a:rPr lang="es-ES_tradnl" smtClean="0"/>
              <a:t>36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4279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predictland.com/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predictland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500" y="2572859"/>
            <a:ext cx="3103688" cy="1800662"/>
          </a:xfrm>
          <a:prstGeom prst="rect">
            <a:avLst/>
          </a:prstGeom>
        </p:spPr>
      </p:pic>
      <p:sp>
        <p:nvSpPr>
          <p:cNvPr id="28" name="Text Placeholder 27"/>
          <p:cNvSpPr>
            <a:spLocks noGrp="1"/>
          </p:cNvSpPr>
          <p:nvPr>
            <p:ph type="body" sz="quarter" idx="12" hasCustomPrompt="1"/>
          </p:nvPr>
        </p:nvSpPr>
        <p:spPr>
          <a:xfrm>
            <a:off x="517838" y="4373521"/>
            <a:ext cx="5760000" cy="4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47B0CE"/>
                </a:solidFill>
              </a:defRPr>
            </a:lvl1pPr>
          </a:lstStyle>
          <a:p>
            <a:pPr lvl="0"/>
            <a:r>
              <a:rPr lang="es-ES_tradnl"/>
              <a:t>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512763" y="4881259"/>
            <a:ext cx="5760000" cy="4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92D050"/>
                </a:solidFill>
              </a:defRPr>
            </a:lvl1pPr>
          </a:lstStyle>
          <a:p>
            <a:pPr lvl="0"/>
            <a:r>
              <a:rPr lang="en-US"/>
              <a:t>Subtitle</a:t>
            </a:r>
            <a:endParaRPr lang="es-ES_tradnl"/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4" hasCustomPrompt="1"/>
          </p:nvPr>
        </p:nvSpPr>
        <p:spPr>
          <a:xfrm>
            <a:off x="1976336" y="6005962"/>
            <a:ext cx="3636000" cy="3600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Phone</a:t>
            </a:r>
            <a:endParaRPr lang="es-ES_tradnl"/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1976336" y="5688463"/>
            <a:ext cx="3636000" cy="36000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s-ES_tradnl" sz="1800" b="1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s-ES_tradnl"/>
              <a:t>e-mail</a:t>
            </a:r>
          </a:p>
        </p:txBody>
      </p:sp>
      <p:sp>
        <p:nvSpPr>
          <p:cNvPr id="35" name="TextBox 34"/>
          <p:cNvSpPr txBox="1"/>
          <p:nvPr userDrawn="1"/>
        </p:nvSpPr>
        <p:spPr>
          <a:xfrm>
            <a:off x="844559" y="5675330"/>
            <a:ext cx="900375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r"/>
            <a:r>
              <a:rPr lang="es-ES_tradnl" b="1" err="1">
                <a:latin typeface="+mj-lt"/>
              </a:rPr>
              <a:t>Contact</a:t>
            </a:r>
            <a:endParaRPr lang="es-ES_tradnl" b="1">
              <a:latin typeface="+mj-lt"/>
            </a:endParaRPr>
          </a:p>
        </p:txBody>
      </p:sp>
      <p:sp>
        <p:nvSpPr>
          <p:cNvPr id="36" name="TextBox 35">
            <a:hlinkClick r:id="rId4" highlightClick="1"/>
            <a:hlinkHover r:id="" action="ppaction://noaction" highlightClick="1"/>
          </p:cNvPr>
          <p:cNvSpPr txBox="1"/>
          <p:nvPr userDrawn="1"/>
        </p:nvSpPr>
        <p:spPr>
          <a:xfrm>
            <a:off x="1976344" y="6323461"/>
            <a:ext cx="2262286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s-ES_tradnl" b="1" u="sng">
                <a:solidFill>
                  <a:srgbClr val="47B0CE"/>
                </a:solidFill>
                <a:latin typeface="+mj-lt"/>
                <a:hlinkClick r:id="rId4"/>
              </a:rPr>
              <a:t>www.PredictLand.com</a:t>
            </a:r>
            <a:endParaRPr lang="es-ES_tradnl" b="1" u="sng">
              <a:solidFill>
                <a:srgbClr val="47B0CE"/>
              </a:solidFill>
              <a:latin typeface="+mj-lt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1837045" y="5707824"/>
            <a:ext cx="0" cy="914400"/>
          </a:xfrm>
          <a:prstGeom prst="line">
            <a:avLst/>
          </a:prstGeom>
          <a:ln w="25400">
            <a:solidFill>
              <a:srgbClr val="47B0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97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C4AC-594C-6D4F-8B24-350E51131F90}" type="datetime1">
              <a:rPr lang="es-ES_tradnl" smtClean="0"/>
              <a:t>05/10/2020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97802" y="944545"/>
            <a:ext cx="7920000" cy="468000"/>
          </a:xfrm>
          <a:prstGeom prst="rect">
            <a:avLst/>
          </a:prstGeom>
        </p:spPr>
        <p:txBody>
          <a:bodyPr anchor="t"/>
          <a:lstStyle>
            <a:lvl1pPr>
              <a:defRPr sz="2800" b="1" baseline="0">
                <a:solidFill>
                  <a:srgbClr val="47B0CE"/>
                </a:solidFill>
                <a:latin typeface="+mn-lt"/>
              </a:defRPr>
            </a:lvl1pPr>
          </a:lstStyle>
          <a:p>
            <a:r>
              <a:rPr lang="en-US"/>
              <a:t>Title, 28pt</a:t>
            </a:r>
            <a:endParaRPr lang="es-ES_tradnl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7802" y="1426475"/>
            <a:ext cx="7920000" cy="4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rgbClr val="94C11F"/>
                </a:solidFill>
              </a:defRPr>
            </a:lvl1pPr>
          </a:lstStyle>
          <a:p>
            <a:pPr lvl="0"/>
            <a:r>
              <a:rPr lang="en-US"/>
              <a:t>Subtitle, 24pt</a:t>
            </a:r>
            <a:endParaRPr lang="es-ES_tradnl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298574" y="2161309"/>
            <a:ext cx="9120043" cy="3962400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  <a:lvl2pPr>
              <a:defRPr sz="2200"/>
            </a:lvl2pPr>
          </a:lstStyle>
          <a:p>
            <a:pPr lvl="0"/>
            <a:r>
              <a:rPr lang="en-US"/>
              <a:t>Text, 22pt</a:t>
            </a:r>
          </a:p>
          <a:p>
            <a:pPr lvl="1"/>
            <a:r>
              <a:rPr lang="en-US"/>
              <a:t>Text, 22pt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4C4AC-594C-6D4F-8B24-350E51131F90}" type="datetime1">
              <a:rPr lang="es-ES_tradnl" smtClean="0"/>
              <a:t>05/10/2020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1297802" y="944545"/>
            <a:ext cx="7920000" cy="468000"/>
          </a:xfrm>
          <a:prstGeom prst="rect">
            <a:avLst/>
          </a:prstGeom>
        </p:spPr>
        <p:txBody>
          <a:bodyPr anchor="t"/>
          <a:lstStyle>
            <a:lvl1pPr>
              <a:defRPr sz="2800" b="1" baseline="0">
                <a:solidFill>
                  <a:srgbClr val="47B0CE"/>
                </a:solidFill>
                <a:latin typeface="+mn-lt"/>
              </a:defRPr>
            </a:lvl1pPr>
          </a:lstStyle>
          <a:p>
            <a:r>
              <a:rPr lang="en-US"/>
              <a:t>Title, 28pt</a:t>
            </a:r>
            <a:endParaRPr lang="es-ES_tradnl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7802" y="1426475"/>
            <a:ext cx="7920000" cy="4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rgbClr val="94C11F"/>
                </a:solidFill>
              </a:defRPr>
            </a:lvl1pPr>
          </a:lstStyle>
          <a:p>
            <a:pPr lvl="0"/>
            <a:r>
              <a:rPr lang="en-US"/>
              <a:t>Subtitle, 24pt</a:t>
            </a:r>
            <a:endParaRPr lang="es-ES_tradnl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1298574" y="2161309"/>
            <a:ext cx="9120043" cy="3962400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  <a:lvl2pPr>
              <a:defRPr sz="2200"/>
            </a:lvl2pPr>
          </a:lstStyle>
          <a:p>
            <a:pPr lvl="0"/>
            <a:r>
              <a:rPr lang="en-US"/>
              <a:t>Text, 22pt</a:t>
            </a:r>
          </a:p>
          <a:p>
            <a:pPr lvl="1"/>
            <a:r>
              <a:rPr lang="en-US"/>
              <a:t>Text, 22pt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5806" y="1916583"/>
            <a:ext cx="3609087" cy="2093879"/>
          </a:xfrm>
          <a:prstGeom prst="rect">
            <a:avLst/>
          </a:prstGeom>
        </p:spPr>
      </p:pic>
      <p:sp>
        <p:nvSpPr>
          <p:cNvPr id="36" name="TextBox 35">
            <a:hlinkClick r:id="rId4"/>
          </p:cNvPr>
          <p:cNvSpPr txBox="1"/>
          <p:nvPr userDrawn="1"/>
        </p:nvSpPr>
        <p:spPr>
          <a:xfrm>
            <a:off x="1247523" y="5888153"/>
            <a:ext cx="3415230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s-ES_tradnl" sz="2800" b="1" u="sng">
                <a:solidFill>
                  <a:srgbClr val="47B0CE"/>
                </a:solidFill>
                <a:latin typeface="+mj-lt"/>
                <a:hlinkClick r:id="rId4"/>
              </a:rPr>
              <a:t>www.PredictLand.com</a:t>
            </a:r>
            <a:endParaRPr lang="es-ES_tradnl" sz="2800" b="1" u="sng">
              <a:solidFill>
                <a:srgbClr val="47B0CE"/>
              </a:solidFill>
              <a:latin typeface="+mj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1721203" y="4272620"/>
            <a:ext cx="494584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6600" b="1">
                <a:solidFill>
                  <a:srgbClr val="47B0CE"/>
                </a:solidFill>
              </a:rPr>
              <a:t>¡THANK YOU!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EBCC4-4028-BC48-A00F-08BEBB86734D}" type="datetime1">
              <a:rPr lang="es-ES_tradnl" smtClean="0"/>
              <a:t>05/10/2020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_tradnl"/>
              <a:t>© Copyright PredictLand S.L.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80D9C-CDB3-6C43-9B3B-1453B856A8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4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2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lberto.becerra@predictLand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ai.org/machine-learning-glossary-and-terms/pattern-recogni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409.4842" TargetMode="External"/><Relationship Id="rId3" Type="http://schemas.openxmlformats.org/officeDocument/2006/relationships/hyperlink" Target="https://arxiv.org/abs/1409.1556" TargetMode="External"/><Relationship Id="rId7" Type="http://schemas.openxmlformats.org/officeDocument/2006/relationships/hyperlink" Target="https://arxiv.org/abs/1512.00567" TargetMode="External"/><Relationship Id="rId2" Type="http://schemas.openxmlformats.org/officeDocument/2006/relationships/hyperlink" Target="https://arxiv.org/abs/1404.599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608.06993" TargetMode="External"/><Relationship Id="rId11" Type="http://schemas.openxmlformats.org/officeDocument/2006/relationships/hyperlink" Target="https://pytorch.org/docs/stable/torchvision/models.html" TargetMode="External"/><Relationship Id="rId5" Type="http://schemas.openxmlformats.org/officeDocument/2006/relationships/hyperlink" Target="https://arxiv.org/abs/1602.07360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arxiv.org/abs/1512.03385" TargetMode="Externa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orch/pytorch#more-about-pytorch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dacity/deep-learning-v2-pytorch.git" TargetMode="External"/><Relationship Id="rId7" Type="http://schemas.openxmlformats.org/officeDocument/2006/relationships/hyperlink" Target="https://www.researchgate.net/publication/331858220_Dying_ReLU_and_Initialization_Theory_and_Numerical_Examples/link/5ce2210f92851c4eabaf9e43/download" TargetMode="External"/><Relationship Id="rId2" Type="http://schemas.openxmlformats.org/officeDocument/2006/relationships/hyperlink" Target="http://www.deeplearningbook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karpathy/yes-you-should-understand-backprop-e2f06eab496b#.vt3ax2kg9" TargetMode="External"/><Relationship Id="rId5" Type="http://schemas.openxmlformats.org/officeDocument/2006/relationships/hyperlink" Target="https://cs231n.github.io/optimization-2/" TargetMode="External"/><Relationship Id="rId4" Type="http://schemas.openxmlformats.org/officeDocument/2006/relationships/hyperlink" Target="https://notebooks.quantumstat.com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19437" y="4373521"/>
            <a:ext cx="6083021" cy="824410"/>
          </a:xfrm>
        </p:spPr>
        <p:txBody>
          <a:bodyPr/>
          <a:lstStyle/>
          <a:p>
            <a:r>
              <a:rPr lang="en-US" sz="2600" dirty="0">
                <a:solidFill>
                  <a:srgbClr val="2FA8E0"/>
                </a:solidFill>
              </a:rPr>
              <a:t>Deep Learning Fundamentals &amp; </a:t>
            </a:r>
            <a:r>
              <a:rPr lang="en-US" sz="2600" dirty="0" err="1">
                <a:solidFill>
                  <a:srgbClr val="2FA8E0"/>
                </a:solidFill>
              </a:rPr>
              <a:t>Pytorch</a:t>
            </a:r>
            <a:r>
              <a:rPr lang="en-US" sz="2600" dirty="0">
                <a:solidFill>
                  <a:srgbClr val="2FA8E0"/>
                </a:solidFill>
              </a:rPr>
              <a:t>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19437" y="5209197"/>
            <a:ext cx="5760000" cy="468000"/>
          </a:xfrm>
        </p:spPr>
        <p:txBody>
          <a:bodyPr anchor="t"/>
          <a:lstStyle/>
          <a:p>
            <a:r>
              <a:rPr lang="en-US" dirty="0"/>
              <a:t>October 05, 2020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976336" y="6044874"/>
            <a:ext cx="5396014" cy="360000"/>
          </a:xfrm>
        </p:spPr>
        <p:txBody>
          <a:bodyPr/>
          <a:lstStyle/>
          <a:p>
            <a:r>
              <a:rPr lang="en-US" dirty="0"/>
              <a:t>+34 680 22 52 60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1976336" y="5688463"/>
            <a:ext cx="9868103" cy="350475"/>
          </a:xfrm>
        </p:spPr>
        <p:txBody>
          <a:bodyPr/>
          <a:lstStyle/>
          <a:p>
            <a:r>
              <a:rPr lang="en-US" dirty="0">
                <a:hlinkClick r:id="rId2"/>
              </a:rPr>
              <a:t>Alberto.Becerra@PredictLand.com</a:t>
            </a:r>
            <a:endParaRPr lang="en-US" dirty="0"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787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3C0378C5-3FC0-4398-ADDB-9DB3B8547A85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04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07F2633-A1AC-4E8A-BA26-F34EC53C91CC}"/>
              </a:ext>
            </a:extLst>
          </p:cNvPr>
          <p:cNvCxnSpPr>
            <a:cxnSpLocks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65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DCE926C-2E4B-46A3-805A-F97F4CF3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2F35FD-4679-4D26-B6A4-FDA63DA0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4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F1ADC-46F0-4C68-9B2B-619EBAFAB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a Neural Network?</a:t>
            </a:r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6D1827E3-42C8-4D55-95AD-24877F90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02" y="944545"/>
            <a:ext cx="7920000" cy="468000"/>
          </a:xfrm>
        </p:spPr>
        <p:txBody>
          <a:bodyPr/>
          <a:lstStyle/>
          <a:p>
            <a:r>
              <a:rPr lang="es-ES" dirty="0" err="1"/>
              <a:t>Introduction</a:t>
            </a:r>
            <a:endParaRPr lang="es-E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39717A-A02C-496D-B42D-EFDEC23F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017" y="2825351"/>
            <a:ext cx="3936459" cy="99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992155-1224-4872-96B4-B01DF3469764}"/>
              </a:ext>
            </a:extLst>
          </p:cNvPr>
          <p:cNvSpPr txBox="1"/>
          <p:nvPr/>
        </p:nvSpPr>
        <p:spPr>
          <a:xfrm>
            <a:off x="1509823" y="1923300"/>
            <a:ext cx="89087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 artificial neural network learning algorithm, or neural network, is a </a:t>
            </a:r>
            <a:r>
              <a:rPr lang="en-GB" b="1" dirty="0"/>
              <a:t>computational learning system</a:t>
            </a:r>
            <a:r>
              <a:rPr lang="en-GB" dirty="0"/>
              <a:t> that uses a network of functions to understand and translate a data input of </a:t>
            </a:r>
            <a:r>
              <a:rPr lang="en-GB" b="1" dirty="0"/>
              <a:t>one form</a:t>
            </a:r>
            <a:r>
              <a:rPr lang="en-GB" dirty="0"/>
              <a:t> into a desired output, usually in </a:t>
            </a:r>
            <a:r>
              <a:rPr lang="en-GB" b="1" dirty="0"/>
              <a:t>another form</a:t>
            </a:r>
            <a:r>
              <a:rPr lang="en-GB" dirty="0"/>
              <a:t>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790826-F2CC-4086-B736-3732F8B75934}"/>
              </a:ext>
            </a:extLst>
          </p:cNvPr>
          <p:cNvSpPr txBox="1"/>
          <p:nvPr/>
        </p:nvSpPr>
        <p:spPr>
          <a:xfrm>
            <a:off x="1509823" y="3925994"/>
            <a:ext cx="8908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concept of the artificial neural network was </a:t>
            </a:r>
            <a:r>
              <a:rPr lang="en-GB" b="1" dirty="0"/>
              <a:t>inspired by human biology</a:t>
            </a:r>
            <a:r>
              <a:rPr lang="en-GB" dirty="0"/>
              <a:t> and the way neurons of the human brain function together to understand inputs from human senses.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5D7186-C67B-4873-8B1F-14C6ECA0281A}"/>
              </a:ext>
            </a:extLst>
          </p:cNvPr>
          <p:cNvSpPr txBox="1"/>
          <p:nvPr/>
        </p:nvSpPr>
        <p:spPr>
          <a:xfrm>
            <a:off x="1509823" y="4901131"/>
            <a:ext cx="87961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Generalized approach to problem solving</a:t>
            </a:r>
            <a:r>
              <a:rPr lang="en-GB" dirty="0"/>
              <a:t>. Some common applications: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 Image/</a:t>
            </a:r>
            <a:r>
              <a:rPr lang="en-GB" dirty="0">
                <a:hlinkClick r:id="rId3"/>
              </a:rPr>
              <a:t>pattern recognition</a:t>
            </a:r>
            <a:endParaRPr lang="en-GB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 Text mining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 Medical diagnosis and cancer research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341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5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Introduction</a:t>
            </a:r>
            <a:endParaRPr lang="es-ES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B4239F9A-785A-4B83-84B4-1019DD9445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02" y="1426475"/>
            <a:ext cx="7920000" cy="468000"/>
          </a:xfrm>
        </p:spPr>
        <p:txBody>
          <a:bodyPr/>
          <a:lstStyle/>
          <a:p>
            <a:r>
              <a:rPr lang="es-ES" dirty="0"/>
              <a:t>Social </a:t>
            </a:r>
            <a:r>
              <a:rPr lang="es-ES" dirty="0" err="1"/>
              <a:t>Impact</a:t>
            </a:r>
            <a:r>
              <a:rPr lang="es-ES" dirty="0"/>
              <a:t>: News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973E5A5-1279-476D-A450-E948D9E7C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802" y="2025225"/>
            <a:ext cx="4048097" cy="44331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24D30D0-3C11-4807-8FAF-35A3FD977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522" y="1963026"/>
            <a:ext cx="3857755" cy="432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0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6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88655FA-4CBA-4C07-8F48-FFBBC3EF7A16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15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7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Neural Networks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Key </a:t>
            </a:r>
            <a:r>
              <a:rPr lang="es-ES" dirty="0" err="1"/>
              <a:t>Concepts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62D26E-593A-42A3-A8AF-4F5A16F7ADCE}"/>
              </a:ext>
            </a:extLst>
          </p:cNvPr>
          <p:cNvSpPr txBox="1"/>
          <p:nvPr/>
        </p:nvSpPr>
        <p:spPr>
          <a:xfrm>
            <a:off x="1420238" y="2107660"/>
            <a:ext cx="81647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Architecture</a:t>
            </a:r>
            <a:r>
              <a:rPr lang="es-ES" dirty="0"/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Neuron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Layer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Input </a:t>
            </a:r>
            <a:r>
              <a:rPr lang="es-ES" dirty="0" err="1"/>
              <a:t>Layer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Hidden</a:t>
            </a:r>
            <a:r>
              <a:rPr lang="es-ES" dirty="0"/>
              <a:t> </a:t>
            </a:r>
            <a:r>
              <a:rPr lang="es-ES" dirty="0" err="1"/>
              <a:t>Layers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/>
              <a:t>Output </a:t>
            </a:r>
            <a:r>
              <a:rPr lang="es-ES" dirty="0" err="1"/>
              <a:t>Layer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Weights</a:t>
            </a:r>
            <a:r>
              <a:rPr lang="es-ES" dirty="0"/>
              <a:t> and </a:t>
            </a:r>
            <a:r>
              <a:rPr lang="es-ES" dirty="0" err="1"/>
              <a:t>Bias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Activation</a:t>
            </a:r>
            <a:r>
              <a:rPr lang="es-ES" dirty="0"/>
              <a:t> </a:t>
            </a:r>
            <a:r>
              <a:rPr lang="es-ES" dirty="0" err="1"/>
              <a:t>Function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Error/</a:t>
            </a:r>
            <a:r>
              <a:rPr lang="es-ES" dirty="0" err="1"/>
              <a:t>Loss</a:t>
            </a:r>
            <a:r>
              <a:rPr lang="es-ES" dirty="0"/>
              <a:t> </a:t>
            </a:r>
            <a:r>
              <a:rPr lang="es-ES" dirty="0" err="1"/>
              <a:t>Function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Backpropagation</a:t>
            </a:r>
            <a:endParaRPr lang="es-ES" dirty="0"/>
          </a:p>
        </p:txBody>
      </p:sp>
      <p:pic>
        <p:nvPicPr>
          <p:cNvPr id="2050" name="Picture 2" descr="Neural Network Diagram — astroML 0.4 documentation">
            <a:extLst>
              <a:ext uri="{FF2B5EF4-FFF2-40B4-BE49-F238E27FC236}">
                <a16:creationId xmlns:a16="http://schemas.microsoft.com/office/drawing/2014/main" id="{6416FE9F-EA79-469E-BEBA-DE9B42CF3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498" y="1773677"/>
            <a:ext cx="4965969" cy="3310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25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8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Neural Networks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Classification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Architecture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62D26E-593A-42A3-A8AF-4F5A16F7ADCE}"/>
              </a:ext>
            </a:extLst>
          </p:cNvPr>
          <p:cNvSpPr txBox="1"/>
          <p:nvPr/>
        </p:nvSpPr>
        <p:spPr>
          <a:xfrm>
            <a:off x="1420238" y="2107660"/>
            <a:ext cx="81647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Feed</a:t>
            </a:r>
            <a:r>
              <a:rPr lang="es-ES" dirty="0"/>
              <a:t> Forward Neural Networks: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Fully</a:t>
            </a:r>
            <a:r>
              <a:rPr lang="es-ES" dirty="0"/>
              <a:t> </a:t>
            </a:r>
            <a:r>
              <a:rPr lang="es-ES" dirty="0" err="1"/>
              <a:t>Connected</a:t>
            </a:r>
            <a:r>
              <a:rPr lang="es-ES" dirty="0"/>
              <a:t> </a:t>
            </a:r>
            <a:r>
              <a:rPr lang="es-ES" dirty="0" err="1"/>
              <a:t>Layers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Frequent</a:t>
            </a:r>
            <a:r>
              <a:rPr lang="es-ES" dirty="0"/>
              <a:t> Input: Tabular Data,</a:t>
            </a:r>
          </a:p>
          <a:p>
            <a:pPr lvl="1"/>
            <a:r>
              <a:rPr lang="es-ES" dirty="0"/>
              <a:t>     </a:t>
            </a:r>
            <a:r>
              <a:rPr lang="es-ES" dirty="0" err="1"/>
              <a:t>Preprocessed</a:t>
            </a:r>
            <a:r>
              <a:rPr lang="es-ES" dirty="0"/>
              <a:t> Text, Simple </a:t>
            </a:r>
            <a:r>
              <a:rPr lang="es-ES" dirty="0" err="1"/>
              <a:t>Images</a:t>
            </a:r>
            <a:r>
              <a:rPr lang="es-ES" dirty="0"/>
              <a:t>, …</a:t>
            </a:r>
          </a:p>
          <a:p>
            <a:pPr lvl="1"/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Convolutional</a:t>
            </a:r>
            <a:r>
              <a:rPr lang="es-ES" dirty="0"/>
              <a:t> Neural Networks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Convolutional</a:t>
            </a:r>
            <a:r>
              <a:rPr lang="es-ES" dirty="0"/>
              <a:t> </a:t>
            </a:r>
            <a:r>
              <a:rPr lang="es-ES" dirty="0" err="1"/>
              <a:t>Layers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Batch</a:t>
            </a:r>
            <a:r>
              <a:rPr lang="es-ES" dirty="0"/>
              <a:t> </a:t>
            </a:r>
            <a:r>
              <a:rPr lang="es-ES" dirty="0" err="1"/>
              <a:t>Normalization</a:t>
            </a:r>
            <a:r>
              <a:rPr lang="es-ES" dirty="0"/>
              <a:t> </a:t>
            </a:r>
            <a:r>
              <a:rPr lang="es-ES" dirty="0" err="1"/>
              <a:t>Layers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Pooling</a:t>
            </a:r>
            <a:r>
              <a:rPr lang="es-ES" dirty="0"/>
              <a:t> </a:t>
            </a:r>
            <a:r>
              <a:rPr lang="es-ES" dirty="0" err="1"/>
              <a:t>Layers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Frequent</a:t>
            </a:r>
            <a:r>
              <a:rPr lang="es-ES" dirty="0"/>
              <a:t> Input: </a:t>
            </a:r>
            <a:r>
              <a:rPr lang="es-ES" dirty="0" err="1"/>
              <a:t>Images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Recurrent</a:t>
            </a:r>
            <a:r>
              <a:rPr lang="es-ES" dirty="0"/>
              <a:t> Neural Networks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Memory</a:t>
            </a:r>
            <a:r>
              <a:rPr lang="es-ES" dirty="0"/>
              <a:t> </a:t>
            </a:r>
            <a:r>
              <a:rPr lang="es-ES" dirty="0" err="1"/>
              <a:t>Cells</a:t>
            </a:r>
            <a:r>
              <a:rPr lang="es-ES" dirty="0"/>
              <a:t> (LSTM, GRU, …)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dirty="0" err="1"/>
              <a:t>Frequent</a:t>
            </a:r>
            <a:r>
              <a:rPr lang="es-ES" dirty="0"/>
              <a:t> Input: Text/</a:t>
            </a:r>
            <a:r>
              <a:rPr lang="es-ES" dirty="0" err="1"/>
              <a:t>Image</a:t>
            </a:r>
            <a:r>
              <a:rPr lang="es-ES" dirty="0"/>
              <a:t>/Audio </a:t>
            </a:r>
            <a:r>
              <a:rPr lang="es-ES" dirty="0" err="1"/>
              <a:t>Sequences</a:t>
            </a:r>
            <a:endParaRPr lang="es-E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s-ES" dirty="0"/>
          </a:p>
        </p:txBody>
      </p:sp>
      <p:pic>
        <p:nvPicPr>
          <p:cNvPr id="4100" name="Picture 4" descr="Feedforward Neural Networks | Sungtae's awesome homepage">
            <a:extLst>
              <a:ext uri="{FF2B5EF4-FFF2-40B4-BE49-F238E27FC236}">
                <a16:creationId xmlns:a16="http://schemas.microsoft.com/office/drawing/2014/main" id="{93FEAA03-8749-428A-857E-EF6EE57A3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46" y="1539467"/>
            <a:ext cx="2682150" cy="192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ayers of a Convolutional Neural Network – mc.ai">
            <a:extLst>
              <a:ext uri="{FF2B5EF4-FFF2-40B4-BE49-F238E27FC236}">
                <a16:creationId xmlns:a16="http://schemas.microsoft.com/office/drawing/2014/main" id="{E3DB979A-CC2A-4BF4-8AA7-20BC8AF2F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972" y="3369689"/>
            <a:ext cx="4513330" cy="1766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D3D006E-4C25-4C77-AEFB-47C2FB18A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535" y="4881136"/>
            <a:ext cx="3663495" cy="176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52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9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Neural Networks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Classification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Weights</a:t>
            </a:r>
            <a:r>
              <a:rPr lang="es-ES" dirty="0"/>
              <a:t> </a:t>
            </a:r>
            <a:r>
              <a:rPr lang="es-ES" dirty="0" err="1"/>
              <a:t>Update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62D26E-593A-42A3-A8AF-4F5A16F7ADCE}"/>
              </a:ext>
            </a:extLst>
          </p:cNvPr>
          <p:cNvSpPr txBox="1"/>
          <p:nvPr/>
        </p:nvSpPr>
        <p:spPr>
          <a:xfrm>
            <a:off x="1420238" y="2045603"/>
            <a:ext cx="81647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Pre-</a:t>
            </a:r>
            <a:r>
              <a:rPr lang="es-ES" dirty="0" err="1"/>
              <a:t>Trained</a:t>
            </a:r>
            <a:r>
              <a:rPr lang="es-ES" dirty="0"/>
              <a:t> (Transfer </a:t>
            </a:r>
            <a:r>
              <a:rPr lang="es-ES" dirty="0" err="1"/>
              <a:t>Learning</a:t>
            </a:r>
            <a:r>
              <a:rPr lang="es-E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 err="1"/>
              <a:t>Image</a:t>
            </a:r>
            <a:r>
              <a:rPr lang="es-ES" dirty="0"/>
              <a:t> </a:t>
            </a:r>
            <a:r>
              <a:rPr lang="es-ES" dirty="0" err="1"/>
              <a:t>Classification</a:t>
            </a:r>
            <a:r>
              <a:rPr lang="es-ES" dirty="0"/>
              <a:t>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EE4C2C"/>
                </a:solidFill>
                <a:effectLst/>
                <a:latin typeface="FreightSans"/>
                <a:hlinkClick r:id="rId2"/>
              </a:rPr>
              <a:t>AlexNet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EE4C2C"/>
                </a:solidFill>
                <a:effectLst/>
                <a:latin typeface="FreightSans"/>
                <a:hlinkClick r:id="rId3"/>
              </a:rPr>
              <a:t>VGG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EE4C2C"/>
                </a:solidFill>
                <a:effectLst/>
                <a:latin typeface="FreightSans"/>
                <a:hlinkClick r:id="rId4"/>
              </a:rPr>
              <a:t>ResNet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EE4C2C"/>
                </a:solidFill>
                <a:effectLst/>
                <a:latin typeface="FreightSans"/>
                <a:hlinkClick r:id="rId5"/>
              </a:rPr>
              <a:t>SqueezeNet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EE4C2C"/>
                </a:solidFill>
                <a:effectLst/>
                <a:latin typeface="FreightSans"/>
                <a:hlinkClick r:id="rId6"/>
              </a:rPr>
              <a:t>DenseNet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EE4C2C"/>
                </a:solidFill>
                <a:effectLst/>
                <a:latin typeface="FreightSans"/>
                <a:hlinkClick r:id="rId7"/>
              </a:rPr>
              <a:t>Inception</a:t>
            </a:r>
            <a:r>
              <a:rPr lang="en-GB" b="0" i="0" dirty="0">
                <a:solidFill>
                  <a:srgbClr val="262626"/>
                </a:solidFill>
                <a:effectLst/>
                <a:latin typeface="FreightSans"/>
              </a:rPr>
              <a:t> v3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u="none" strike="noStrike" dirty="0" err="1">
                <a:solidFill>
                  <a:srgbClr val="EE4C2C"/>
                </a:solidFill>
                <a:effectLst/>
                <a:latin typeface="FreightSans"/>
                <a:hlinkClick r:id="rId8"/>
              </a:rPr>
              <a:t>GoogLeNet</a:t>
            </a:r>
            <a:endParaRPr lang="en-GB" b="0" i="0" dirty="0">
              <a:solidFill>
                <a:srgbClr val="262626"/>
              </a:solidFill>
              <a:effectLst/>
              <a:latin typeface="FreightSans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62626"/>
                </a:solidFill>
                <a:effectLst/>
                <a:latin typeface="FreightSans"/>
              </a:rPr>
              <a:t>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From</a:t>
            </a:r>
            <a:r>
              <a:rPr lang="es-ES" dirty="0"/>
              <a:t> Scratch (Do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yourself</a:t>
            </a:r>
            <a:r>
              <a:rPr lang="es-ES" dirty="0"/>
              <a:t>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s-ES" dirty="0"/>
          </a:p>
        </p:txBody>
      </p:sp>
      <p:pic>
        <p:nvPicPr>
          <p:cNvPr id="1026" name="Picture 2" descr="Remote Sensing | Free Full-Text | Pre-Trained AlexNet Architecture with  Pyramid Pooling and Supervision for High Spatial Resolution Remote Sensing  Image Scene Classification | HTML">
            <a:extLst>
              <a:ext uri="{FF2B5EF4-FFF2-40B4-BE49-F238E27FC236}">
                <a16:creationId xmlns:a16="http://schemas.microsoft.com/office/drawing/2014/main" id="{E1B08AAA-4D6F-4160-B99F-62A596E12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2" y="2107660"/>
            <a:ext cx="5193626" cy="182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F461854-09D1-41D1-BC7F-E012C3CE5F55}"/>
              </a:ext>
            </a:extLst>
          </p:cNvPr>
          <p:cNvSpPr txBox="1"/>
          <p:nvPr/>
        </p:nvSpPr>
        <p:spPr>
          <a:xfrm>
            <a:off x="7448365" y="1572726"/>
            <a:ext cx="283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AlexNet</a:t>
            </a:r>
            <a:endParaRPr lang="en-GB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E624D77-7907-4CC4-B92E-3E97541B72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1717264"/>
            <a:ext cx="3983114" cy="463908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604DBE7-BEC9-4803-A18C-79BD06447EBE}"/>
              </a:ext>
            </a:extLst>
          </p:cNvPr>
          <p:cNvSpPr txBox="1"/>
          <p:nvPr/>
        </p:nvSpPr>
        <p:spPr>
          <a:xfrm>
            <a:off x="563418" y="54442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11"/>
              </a:rPr>
              <a:t>https://pytorch.org/docs/stable/torchvision/models.html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462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10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2FCF5095-5C1C-4D13-A0EF-A9B556B55402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11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Neuron</a:t>
            </a:r>
            <a:r>
              <a:rPr lang="es-ES" dirty="0"/>
              <a:t> - Neural Network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562D26E-593A-42A3-A8AF-4F5A16F7ADCE}"/>
              </a:ext>
            </a:extLst>
          </p:cNvPr>
          <p:cNvSpPr txBox="1"/>
          <p:nvPr/>
        </p:nvSpPr>
        <p:spPr>
          <a:xfrm>
            <a:off x="1420238" y="2107660"/>
            <a:ext cx="81647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D.R. Cox 1958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Steps</a:t>
            </a:r>
            <a:r>
              <a:rPr lang="es-ES" dirty="0"/>
              <a:t>: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dirty="0" err="1"/>
              <a:t>Randomly</a:t>
            </a:r>
            <a:r>
              <a:rPr lang="es-ES" dirty="0"/>
              <a:t> </a:t>
            </a:r>
            <a:r>
              <a:rPr lang="es-ES" dirty="0" err="1"/>
              <a:t>Initialize</a:t>
            </a:r>
            <a:r>
              <a:rPr lang="es-ES" dirty="0"/>
              <a:t> </a:t>
            </a:r>
            <a:r>
              <a:rPr lang="es-ES" dirty="0" err="1"/>
              <a:t>Weights</a:t>
            </a:r>
            <a:r>
              <a:rPr lang="es-ES" dirty="0"/>
              <a:t> (w) and </a:t>
            </a:r>
            <a:r>
              <a:rPr lang="es-ES" dirty="0" err="1"/>
              <a:t>Bias</a:t>
            </a:r>
            <a:r>
              <a:rPr lang="es-ES" dirty="0"/>
              <a:t> (b)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dirty="0" err="1"/>
              <a:t>Logit</a:t>
            </a:r>
            <a:r>
              <a:rPr lang="es-ES" dirty="0"/>
              <a:t> </a:t>
            </a:r>
            <a:r>
              <a:rPr lang="es-ES" dirty="0" err="1"/>
              <a:t>calculation</a:t>
            </a:r>
            <a:r>
              <a:rPr lang="es-ES" dirty="0"/>
              <a:t>: z(x) = b + </a:t>
            </a:r>
            <a:r>
              <a:rPr lang="es-ES" dirty="0" err="1"/>
              <a:t>wx</a:t>
            </a:r>
            <a:endParaRPr lang="es-ES" dirty="0"/>
          </a:p>
          <a:p>
            <a:pPr marL="1257300" lvl="2" indent="-342900">
              <a:buFont typeface="+mj-lt"/>
              <a:buAutoNum type="arabicPeriod"/>
            </a:pPr>
            <a:r>
              <a:rPr lang="es-ES" dirty="0" err="1"/>
              <a:t>Probability</a:t>
            </a:r>
            <a:r>
              <a:rPr lang="es-ES" dirty="0"/>
              <a:t> </a:t>
            </a:r>
            <a:r>
              <a:rPr lang="es-ES" dirty="0" err="1"/>
              <a:t>Calculation</a:t>
            </a:r>
            <a:r>
              <a:rPr lang="es-ES" dirty="0"/>
              <a:t>: </a:t>
            </a:r>
          </a:p>
          <a:p>
            <a:pPr marL="1257300" lvl="2" indent="-342900">
              <a:buFont typeface="+mj-lt"/>
              <a:buAutoNum type="arabicPeriod"/>
            </a:pPr>
            <a:r>
              <a:rPr lang="es-ES" dirty="0"/>
              <a:t>Error </a:t>
            </a:r>
            <a:r>
              <a:rPr lang="es-ES" dirty="0" err="1"/>
              <a:t>Function</a:t>
            </a:r>
            <a:endParaRPr lang="es-ES" dirty="0"/>
          </a:p>
          <a:p>
            <a:pPr marL="1257300" lvl="2" indent="-342900">
              <a:buFont typeface="+mj-lt"/>
              <a:buAutoNum type="arabicPeriod"/>
            </a:pPr>
            <a:r>
              <a:rPr lang="es-ES" dirty="0" err="1"/>
              <a:t>Weights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(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r>
              <a:rPr lang="es-ES" dirty="0"/>
              <a:t>)</a:t>
            </a:r>
          </a:p>
          <a:p>
            <a:pPr marL="1257300" lvl="2" indent="-342900">
              <a:buFont typeface="+mj-lt"/>
              <a:buAutoNum type="arabicPeriod"/>
            </a:pPr>
            <a:endParaRPr lang="es-ES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E563797-8FB8-4627-8312-8CF6CC2F2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941" y="870611"/>
            <a:ext cx="2885259" cy="22609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58D726C-358B-4174-A040-D3C030697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593" y="3309887"/>
            <a:ext cx="2963043" cy="35490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52D0FBA-9790-4588-8A50-DA67893A48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96" t="13762" b="18271"/>
          <a:stretch/>
        </p:blipFill>
        <p:spPr>
          <a:xfrm>
            <a:off x="5025813" y="3202094"/>
            <a:ext cx="1538448" cy="39962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2613EC0-4DA0-4949-AC52-2B9B109DD1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127" y="4482812"/>
            <a:ext cx="3825287" cy="163161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0105C70-F3C8-4F21-AFDB-AFE0DF0F4D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3881" y="4482812"/>
            <a:ext cx="4736385" cy="16316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52EBFD3-E951-4D8B-84A4-8864042E8D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96" t="13762" b="18271"/>
          <a:stretch/>
        </p:blipFill>
        <p:spPr>
          <a:xfrm>
            <a:off x="8128373" y="3734781"/>
            <a:ext cx="1729482" cy="44925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4E4F2118-0AF8-4E28-AE91-5F66A152DCE8}"/>
              </a:ext>
            </a:extLst>
          </p:cNvPr>
          <p:cNvSpPr/>
          <p:nvPr/>
        </p:nvSpPr>
        <p:spPr>
          <a:xfrm>
            <a:off x="7511593" y="3245763"/>
            <a:ext cx="3143437" cy="112281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68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12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Example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C9F384-35BF-4138-954D-2A0F4E4FD2C0}"/>
              </a:ext>
            </a:extLst>
          </p:cNvPr>
          <p:cNvSpPr txBox="1"/>
          <p:nvPr/>
        </p:nvSpPr>
        <p:spPr>
          <a:xfrm>
            <a:off x="1361873" y="1894475"/>
            <a:ext cx="22422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baseline="0" dirty="0">
                <a:latin typeface="SxbbkcDyrnbrCdmhpcBgpchjNnrcrlTimes-Bold"/>
              </a:rPr>
              <a:t>Points</a:t>
            </a:r>
          </a:p>
          <a:p>
            <a:r>
              <a:rPr lang="pt-BR" sz="1800" b="1" i="0" u="none" strike="noStrike" baseline="0" dirty="0" err="1">
                <a:latin typeface="SxbbkcDyrnbrCdmhpcBgpchjNnrcrlTimes-Bold"/>
              </a:rPr>
              <a:t>x</a:t>
            </a:r>
            <a:r>
              <a:rPr lang="pt-BR" sz="800" b="0" i="1" u="none" strike="noStrike" baseline="0" dirty="0" err="1">
                <a:latin typeface="XqptswMrcqkvDgjfytDqcglwYpjrdtTimes-Italic"/>
              </a:rPr>
              <a:t>A</a:t>
            </a:r>
            <a:r>
              <a:rPr lang="pt-BR" sz="800" b="0" i="1" u="none" strike="noStrike" baseline="0" dirty="0">
                <a:latin typeface="XqptswMrcqkvDgjfytDqcglwYpjrdtTimes-Italic"/>
              </a:rPr>
              <a:t> </a:t>
            </a:r>
            <a:r>
              <a:rPr lang="pt-BR" sz="1800" b="0" i="0" u="none" strike="noStrike" baseline="0" dirty="0">
                <a:latin typeface="HsjfkrXrsfqsHdhfxjQsjsyhXrgrrmMTSYN"/>
              </a:rPr>
              <a:t>= </a:t>
            </a:r>
            <a:r>
              <a:rPr lang="pt-BR" sz="1800" b="0" i="1" u="none" strike="noStrike" baseline="0" dirty="0">
                <a:latin typeface="NgghsvXncbnyNfpkcyYhptkxRbjckfMTMI"/>
              </a:rPr>
              <a:t>(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.</a:t>
            </a:r>
            <a:r>
              <a:rPr lang="pt-BR" sz="1800" b="0" i="0" u="none" strike="noStrike" baseline="0" dirty="0">
                <a:latin typeface="DfnshsXfclsjJhckgdDftxvkFqrscqTimes-Roman"/>
              </a:rPr>
              <a:t>2</a:t>
            </a:r>
            <a:r>
              <a:rPr lang="pt-BR" sz="1800" b="0" i="1" u="none" strike="noStrike" baseline="0" dirty="0">
                <a:latin typeface="NgghsvXncbnyNfpkcyYhptkxRbjckfMTMI"/>
              </a:rPr>
              <a:t>, 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.</a:t>
            </a:r>
            <a:r>
              <a:rPr lang="pt-BR" sz="1800" b="0" i="0" u="none" strike="noStrike" baseline="0" dirty="0">
                <a:latin typeface="DfnshsXfclsjJhckgdDftxvkFqrscqTimes-Roman"/>
              </a:rPr>
              <a:t>5</a:t>
            </a:r>
            <a:r>
              <a:rPr lang="pt-BR" sz="1800" b="0" i="1" u="none" strike="noStrike" baseline="0" dirty="0">
                <a:latin typeface="NgghsvXncbnyNfpkcyYhptkxRbjckfMTMI"/>
              </a:rPr>
              <a:t>, 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.</a:t>
            </a:r>
            <a:r>
              <a:rPr lang="pt-BR" sz="1800" b="0" i="0" u="none" strike="noStrike" baseline="0" dirty="0">
                <a:latin typeface="DfnshsXfclsjJhckgdDftxvkFqrscqTimes-Roman"/>
              </a:rPr>
              <a:t>91</a:t>
            </a:r>
            <a:r>
              <a:rPr lang="pt-BR" sz="1800" b="0" i="1" u="none" strike="noStrike" baseline="0" dirty="0">
                <a:latin typeface="NgghsvXncbnyNfpkcyYhptkxRbjckfMTMI"/>
              </a:rPr>
              <a:t>, </a:t>
            </a:r>
            <a:r>
              <a:rPr lang="pt-BR" sz="1800" b="0" i="0" u="none" strike="noStrike" baseline="0" dirty="0">
                <a:latin typeface="DfnshsXfclsjJhckgdDftxvkFqrscqTimes-Roman"/>
              </a:rPr>
              <a:t>1</a:t>
            </a:r>
            <a:r>
              <a:rPr lang="pt-BR" sz="1800" b="0" i="1" u="none" strike="noStrike" baseline="0" dirty="0">
                <a:latin typeface="NgghsvXncbnyNfpkcyYhptkxRbjckfMTMI"/>
              </a:rPr>
              <a:t>)</a:t>
            </a:r>
            <a:endParaRPr lang="pt-BR" dirty="0">
              <a:latin typeface="DfnshsXfclsjJhckgdDftxvkFqrscqTimes-Roman"/>
            </a:endParaRPr>
          </a:p>
          <a:p>
            <a:r>
              <a:rPr lang="pt-BR" sz="1800" b="1" i="0" u="none" strike="noStrike" baseline="0" dirty="0" err="1">
                <a:latin typeface="SxbbkcDyrnbrCdmhpcBgpchjNnrcrlTimes-Bold"/>
              </a:rPr>
              <a:t>x</a:t>
            </a:r>
            <a:r>
              <a:rPr lang="pt-BR" sz="800" b="0" i="1" u="none" strike="noStrike" baseline="0" dirty="0" err="1">
                <a:latin typeface="XqptswMrcqkvDgjfytDqcglwYpjrdtTimes-Italic"/>
              </a:rPr>
              <a:t>B</a:t>
            </a:r>
            <a:r>
              <a:rPr lang="pt-BR" sz="800" b="0" i="1" u="none" strike="noStrike" baseline="0" dirty="0">
                <a:latin typeface="XqptswMrcqkvDgjfytDqcglwYpjrdtTimes-Italic"/>
              </a:rPr>
              <a:t> </a:t>
            </a:r>
            <a:r>
              <a:rPr lang="pt-BR" sz="1800" b="0" i="0" u="none" strike="noStrike" baseline="0" dirty="0">
                <a:latin typeface="HsjfkrXrsfqsHdhfxjQsjsyhXrgrrmMTSYN"/>
              </a:rPr>
              <a:t>= </a:t>
            </a:r>
            <a:r>
              <a:rPr lang="pt-BR" sz="1800" b="0" i="1" u="none" strike="noStrike" baseline="0" dirty="0">
                <a:latin typeface="NgghsvXncbnyNfpkcyYhptkxRbjckfMTMI"/>
              </a:rPr>
              <a:t>(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.</a:t>
            </a:r>
            <a:r>
              <a:rPr lang="pt-BR" sz="1800" b="0" i="0" u="none" strike="noStrike" baseline="0" dirty="0">
                <a:latin typeface="DfnshsXfclsjJhckgdDftxvkFqrscqTimes-Roman"/>
              </a:rPr>
              <a:t>4</a:t>
            </a:r>
            <a:r>
              <a:rPr lang="pt-BR" sz="1800" b="0" i="1" u="none" strike="noStrike" baseline="0" dirty="0">
                <a:latin typeface="NgghsvXncbnyNfpkcyYhptkxRbjckfMTMI"/>
              </a:rPr>
              <a:t>, 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.</a:t>
            </a:r>
            <a:r>
              <a:rPr lang="pt-BR" sz="1800" b="0" i="0" u="none" strike="noStrike" baseline="0" dirty="0">
                <a:latin typeface="DfnshsXfclsjJhckgdDftxvkFqrscqTimes-Roman"/>
              </a:rPr>
              <a:t>01</a:t>
            </a:r>
            <a:r>
              <a:rPr lang="pt-BR" sz="1800" b="0" i="1" u="none" strike="noStrike" baseline="0" dirty="0">
                <a:latin typeface="NgghsvXncbnyNfpkcyYhptkxRbjckfMTMI"/>
              </a:rPr>
              <a:t>, 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.</a:t>
            </a:r>
            <a:r>
              <a:rPr lang="pt-BR" sz="1800" b="0" i="0" u="none" strike="noStrike" baseline="0" dirty="0">
                <a:latin typeface="DfnshsXfclsjJhckgdDftxvkFqrscqTimes-Roman"/>
              </a:rPr>
              <a:t>5</a:t>
            </a:r>
            <a:r>
              <a:rPr lang="pt-BR" sz="1800" b="0" i="1" u="none" strike="noStrike" baseline="0" dirty="0">
                <a:latin typeface="NgghsvXncbnyNfpkcyYhptkxRbjckfMTMI"/>
              </a:rPr>
              <a:t>, </a:t>
            </a:r>
            <a:r>
              <a:rPr lang="pt-BR" sz="1800" b="0" i="0" u="none" strike="noStrike" baseline="0" dirty="0">
                <a:latin typeface="DfnshsXfclsjJhckgdDftxvkFqrscqTimes-Roman"/>
              </a:rPr>
              <a:t>0</a:t>
            </a:r>
            <a:r>
              <a:rPr lang="pt-BR" sz="1800" b="0" i="1" u="none" strike="noStrike" baseline="0" dirty="0">
                <a:latin typeface="NgghsvXncbnyNfpkcyYhptkxRbjckfMTMI"/>
              </a:rPr>
              <a:t>)</a:t>
            </a:r>
          </a:p>
          <a:p>
            <a:r>
              <a:rPr lang="en-GB" sz="1800" b="1" i="0" u="none" strike="noStrike" baseline="0" dirty="0" err="1">
                <a:latin typeface="SxbbkcDyrnbrCdmhpcBgpchjNnrcrlTimes-Bold"/>
              </a:rPr>
              <a:t>x</a:t>
            </a:r>
            <a:r>
              <a:rPr lang="en-GB" sz="1800" i="1" u="none" strike="noStrike" baseline="-25000" dirty="0" err="1">
                <a:latin typeface="XqptswMrcqkvDgjfytDqcglwYpjrdtTimes-Italic"/>
              </a:rPr>
              <a:t>C</a:t>
            </a:r>
            <a:r>
              <a:rPr lang="en-GB" sz="1800" b="0" i="1" u="none" strike="noStrike" baseline="0" dirty="0">
                <a:latin typeface="XqptswMrcqkvDgjfytDqcglwYpjrdtTimes-Italic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1" u="none" strike="noStrike" baseline="0" dirty="0">
                <a:latin typeface="NgghsvXncbnyNfpkcyYhptkxRbjckfMTMI"/>
              </a:rPr>
              <a:t>(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3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1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1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8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)</a:t>
            </a:r>
          </a:p>
          <a:p>
            <a:endParaRPr lang="en-GB" i="1" dirty="0">
              <a:latin typeface="NgghsvXncbnyNfpkcyYhptkxRbjckfMTMI"/>
            </a:endParaRPr>
          </a:p>
          <a:p>
            <a:r>
              <a:rPr lang="pt-BR" sz="1800" b="1" i="0" u="none" strike="noStrike" baseline="0" dirty="0" err="1">
                <a:latin typeface="SxbbkcDyrnbrCdmhpcBgpchjNnrcrlTimes-Bold"/>
              </a:rPr>
              <a:t>Ground</a:t>
            </a:r>
            <a:r>
              <a:rPr lang="pt-BR" sz="1800" b="1" i="0" u="none" strike="noStrike" baseline="0" dirty="0">
                <a:latin typeface="SxbbkcDyrnbrCdmhpcBgpchjNnrcrlTimes-Bold"/>
              </a:rPr>
              <a:t> </a:t>
            </a:r>
            <a:r>
              <a:rPr lang="pt-BR" sz="1800" b="1" i="0" u="none" strike="noStrike" baseline="0" dirty="0" err="1">
                <a:latin typeface="SxbbkcDyrnbrCdmhpcBgpchjNnrcrlTimes-Bold"/>
              </a:rPr>
              <a:t>Truth</a:t>
            </a:r>
            <a:endParaRPr lang="en-GB" i="1" dirty="0">
              <a:latin typeface="NgghsvXncbnyNfpkcyYhptkxRbjckfMTMI"/>
            </a:endParaRPr>
          </a:p>
          <a:p>
            <a:r>
              <a:rPr lang="pt-BR" b="1" dirty="0" err="1">
                <a:latin typeface="SxbbkcDyrnbrCdmhpcBgpchjNnrcrlTimes-Bold"/>
              </a:rPr>
              <a:t>t</a:t>
            </a:r>
            <a:r>
              <a:rPr lang="pt-BR" sz="800" b="0" i="1" u="none" strike="noStrike" baseline="0" dirty="0" err="1">
                <a:latin typeface="XqptswMrcqkvDgjfytDqcglwYpjrdtTimes-Italic"/>
              </a:rPr>
              <a:t>A</a:t>
            </a:r>
            <a:r>
              <a:rPr lang="pt-BR" sz="800" b="0" i="1" u="none" strike="noStrike" baseline="0" dirty="0">
                <a:latin typeface="XqptswMrcqkvDgjfytDqcglwYpjrdtTimes-Italic"/>
              </a:rPr>
              <a:t> </a:t>
            </a:r>
            <a:r>
              <a:rPr lang="pt-BR" sz="1800" b="0" i="0" u="none" strike="noStrike" baseline="0" dirty="0">
                <a:latin typeface="HsjfkrXrsfqsHdhfxjQsjsyhXrgrrmMTSYN"/>
              </a:rPr>
              <a:t>= 1</a:t>
            </a:r>
          </a:p>
          <a:p>
            <a:r>
              <a:rPr lang="pt-BR" dirty="0" err="1">
                <a:latin typeface="HsjfkrXrsfqsHdhfxjQsjsyhXrgrrmMTSYN"/>
              </a:rPr>
              <a:t>t</a:t>
            </a:r>
            <a:r>
              <a:rPr lang="pt-BR" sz="800" b="0" i="1" u="none" strike="noStrike" baseline="0" dirty="0" err="1">
                <a:latin typeface="XqptswMrcqkvDgjfytDqcglwYpjrdtTimes-Italic"/>
              </a:rPr>
              <a:t>B</a:t>
            </a:r>
            <a:r>
              <a:rPr lang="pt-BR" sz="800" b="0" i="1" u="none" strike="noStrike" baseline="0" dirty="0">
                <a:latin typeface="XqptswMrcqkvDgjfytDqcglwYpjrdtTimes-Italic"/>
              </a:rPr>
              <a:t> </a:t>
            </a:r>
            <a:r>
              <a:rPr lang="pt-BR" sz="1800" b="0" i="0" u="none" strike="noStrike" baseline="0" dirty="0">
                <a:latin typeface="HsjfkrXrsfqsHdhfxjQsjsyhXrgrrmMTSYN"/>
              </a:rPr>
              <a:t>= </a:t>
            </a:r>
            <a:r>
              <a:rPr lang="pt-BR" sz="1800" b="0" i="1" u="none" strike="noStrike" baseline="0" dirty="0">
                <a:latin typeface="NgghsvXncbnyNfpkcyYhptkxRbjckfMTMI"/>
              </a:rPr>
              <a:t>0</a:t>
            </a:r>
          </a:p>
          <a:p>
            <a:r>
              <a:rPr lang="en-GB" b="1" dirty="0" err="1">
                <a:latin typeface="SxbbkcDyrnbrCdmhpcBgpchjNnrcrlTimes-Bold"/>
              </a:rPr>
              <a:t>t</a:t>
            </a:r>
            <a:r>
              <a:rPr lang="en-GB" sz="1800" i="1" u="none" strike="noStrike" baseline="-25000" dirty="0" err="1">
                <a:latin typeface="XqptswMrcqkvDgjfytDqcglwYpjrdtTimes-Italic"/>
              </a:rPr>
              <a:t>C</a:t>
            </a:r>
            <a:r>
              <a:rPr lang="en-GB" sz="1800" b="0" i="1" u="none" strike="noStrike" baseline="0" dirty="0">
                <a:latin typeface="XqptswMrcqkvDgjfytDqcglwYpjrdtTimes-Italic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1" u="none" strike="noStrike" baseline="0" dirty="0">
                <a:latin typeface="NgghsvXncbnyNfpkcyYhptkxRbjckfMTMI"/>
              </a:rPr>
              <a:t>0</a:t>
            </a:r>
            <a:endParaRPr lang="en-GB" dirty="0"/>
          </a:p>
          <a:p>
            <a:endParaRPr lang="en-GB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E973FEB-9570-4AF3-9B59-D388E7B43599}"/>
              </a:ext>
            </a:extLst>
          </p:cNvPr>
          <p:cNvSpPr txBox="1"/>
          <p:nvPr/>
        </p:nvSpPr>
        <p:spPr>
          <a:xfrm>
            <a:off x="1297022" y="4548887"/>
            <a:ext cx="2242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SxbbkcDyrnbrCdmhpcBgpchjNnrcrlTimes-Bold"/>
              </a:rPr>
              <a:t>Parameters</a:t>
            </a:r>
            <a:endParaRPr lang="en-GB" sz="1800" b="1" i="0" u="none" strike="noStrike" baseline="0" dirty="0">
              <a:latin typeface="SxbbkcDyrnbrCdmhpcBgpchjNnrcrlTimes-Bold"/>
            </a:endParaRPr>
          </a:p>
          <a:p>
            <a:r>
              <a:rPr lang="en-GB" sz="1800" b="1" i="0" u="none" strike="noStrike" baseline="0" dirty="0">
                <a:latin typeface="SxbbkcDyrnbrCdmhpcBgpchjNnrcrlTimes-Bold"/>
              </a:rPr>
              <a:t>w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1" u="none" strike="noStrike" baseline="0" dirty="0">
                <a:latin typeface="NgghsvXncbnyNfpkcyYhptkxRbjckfMTMI"/>
              </a:rPr>
              <a:t>(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1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35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7</a:t>
            </a:r>
            <a:r>
              <a:rPr lang="en-GB" sz="1800" b="0" i="1" u="none" strike="noStrike" baseline="0" dirty="0">
                <a:latin typeface="NgghsvXncbnyNfpkcyYhptkxRbjckfMTMI"/>
              </a:rPr>
              <a:t>) </a:t>
            </a:r>
          </a:p>
          <a:p>
            <a:r>
              <a:rPr lang="en-GB" sz="1800" b="0" i="1" u="none" strike="noStrike" baseline="0" dirty="0">
                <a:latin typeface="XqptswMrcqkvDgjfytDqcglwYpjrdtTimes-Italic"/>
              </a:rPr>
              <a:t>b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66</a:t>
            </a:r>
          </a:p>
          <a:p>
            <a:endParaRPr lang="en-GB" dirty="0">
              <a:latin typeface="DfnshsXfclsjJhckgdDftxvkFqrscqTimes-Roman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C977803-403B-4BD9-99CB-04CD88671AEA}"/>
              </a:ext>
            </a:extLst>
          </p:cNvPr>
          <p:cNvSpPr txBox="1"/>
          <p:nvPr/>
        </p:nvSpPr>
        <p:spPr>
          <a:xfrm>
            <a:off x="4038600" y="16546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1" u="none" strike="noStrike" baseline="0" dirty="0" err="1">
                <a:latin typeface="XqptswMrcqkvDgjfytDqcglwYpjrdtTimes-Italic"/>
              </a:rPr>
              <a:t>y</a:t>
            </a:r>
            <a:r>
              <a:rPr lang="en-GB" sz="800" b="0" i="1" u="none" strike="noStrike" baseline="0" dirty="0" err="1">
                <a:latin typeface="XqptswMrcqkvDgjfytDqcglwYpjrdtTimes-Italic"/>
              </a:rPr>
              <a:t>A</a:t>
            </a:r>
            <a:r>
              <a:rPr lang="en-GB" sz="800" b="0" i="1" u="none" strike="noStrike" baseline="0" dirty="0">
                <a:latin typeface="XqptswMrcqkvDgjfytDqcglwYpjrdtTimes-Italic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66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2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35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5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7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91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492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8163</a:t>
            </a:r>
            <a:endParaRPr lang="en-GB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45031E-76BE-4E92-B05A-FACD067CFD77}"/>
              </a:ext>
            </a:extLst>
          </p:cNvPr>
          <p:cNvSpPr txBox="1"/>
          <p:nvPr/>
        </p:nvSpPr>
        <p:spPr>
          <a:xfrm>
            <a:off x="4038600" y="2106062"/>
            <a:ext cx="7005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1" u="none" strike="noStrike" baseline="0" dirty="0" err="1">
                <a:latin typeface="XqptswMrcqkvDgjfytDqcglwYpjrdtTimes-Italic"/>
              </a:rPr>
              <a:t>y</a:t>
            </a:r>
            <a:r>
              <a:rPr lang="en-GB" sz="800" b="0" i="1" u="none" strike="noStrike" baseline="0" dirty="0" err="1">
                <a:latin typeface="XqptswMrcqkvDgjfytDqcglwYpjrdtTimes-Italic"/>
              </a:rPr>
              <a:t>B</a:t>
            </a:r>
            <a:r>
              <a:rPr lang="en-GB" sz="800" b="0" i="1" u="none" strike="noStrike" baseline="0" dirty="0">
                <a:latin typeface="XqptswMrcqkvDgjfytDqcglwYpjrdtTimes-Italic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66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4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35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01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7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5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0535</a:t>
            </a:r>
            <a:r>
              <a:rPr lang="el-GR" sz="1800" b="0" i="1" u="none" strike="noStrike" baseline="0" dirty="0">
                <a:latin typeface="NgghsvXncbnyNfpkcyYhptkxRbjckfMTMI"/>
              </a:rPr>
              <a:t>)</a:t>
            </a:r>
            <a:r>
              <a:rPr lang="es-ES" sz="1800" b="0" i="1" u="none" strike="noStrike" baseline="0" dirty="0">
                <a:latin typeface="NgghsvXncbnyNfpkcyYhptkxRbjckfMTMI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7414</a:t>
            </a:r>
            <a:endParaRPr lang="en-GB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1E5E859-EABE-4679-A2A1-0ACA0AB7C975}"/>
              </a:ext>
            </a:extLst>
          </p:cNvPr>
          <p:cNvSpPr txBox="1"/>
          <p:nvPr/>
        </p:nvSpPr>
        <p:spPr>
          <a:xfrm>
            <a:off x="4050759" y="24753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1" u="none" strike="noStrike" baseline="0" dirty="0" err="1">
                <a:latin typeface="XqptswMrcqkvDgjfytDqcglwYpjrdtTimes-Italic"/>
              </a:rPr>
              <a:t>y</a:t>
            </a:r>
            <a:r>
              <a:rPr lang="en-GB" sz="800" b="0" i="1" u="none" strike="noStrike" baseline="0" dirty="0" err="1">
                <a:latin typeface="XqptswMrcqkvDgjfytDqcglwYpjrdtTimes-Italic"/>
              </a:rPr>
              <a:t>C</a:t>
            </a:r>
            <a:r>
              <a:rPr lang="en-GB" sz="800" b="0" i="1" u="none" strike="noStrike" baseline="0" dirty="0">
                <a:latin typeface="XqptswMrcqkvDgjfytDqcglwYpjrdtTimes-Italic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66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35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7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8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635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8368</a:t>
            </a:r>
            <a:endParaRPr lang="en-GB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E9E02D1-1884-4CA0-92A8-43EFB6AD5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2" y="2790573"/>
            <a:ext cx="3709283" cy="1511586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2C5C503F-70A4-4FD5-8DAA-2A57697677A1}"/>
              </a:ext>
            </a:extLst>
          </p:cNvPr>
          <p:cNvSpPr txBox="1"/>
          <p:nvPr/>
        </p:nvSpPr>
        <p:spPr>
          <a:xfrm>
            <a:off x="3827736" y="4276804"/>
            <a:ext cx="7119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1" u="none" strike="noStrike" baseline="0" dirty="0" err="1">
                <a:latin typeface="XqptswMrcqkvDgjfytDqcglwYpjrdtTimes-Italic"/>
              </a:rPr>
              <a:t>y</a:t>
            </a:r>
            <a:r>
              <a:rPr lang="en-GB" sz="1800" b="0" i="1" u="none" strike="noStrike" baseline="-25000" dirty="0" err="1">
                <a:latin typeface="XqptswMrcqkvDgjfytDqcglwYpjrdtTimes-Italic"/>
              </a:rPr>
              <a:t>A</a:t>
            </a:r>
            <a:r>
              <a:rPr lang="en-GB" sz="1800" b="0" i="1" u="none" strike="noStrike" baseline="30000" dirty="0" err="1">
                <a:latin typeface="XqptswMrcqkvDgjfytDqcglwYpjrdtTimes-Italic"/>
              </a:rPr>
              <a:t>new</a:t>
            </a:r>
            <a:r>
              <a:rPr lang="en-GB" sz="800" b="0" i="1" u="none" strike="noStrike" baseline="0" dirty="0">
                <a:latin typeface="XqptswMrcqkvDgjfytDqcglwYpjrdtTimes-Italic"/>
              </a:rPr>
              <a:t>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25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2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36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5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91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723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6732</a:t>
            </a:r>
            <a:endParaRPr lang="en-GB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2D2189B-8782-440A-A013-DC6E6DB99F9E}"/>
              </a:ext>
            </a:extLst>
          </p:cNvPr>
          <p:cNvSpPr txBox="1"/>
          <p:nvPr/>
        </p:nvSpPr>
        <p:spPr>
          <a:xfrm>
            <a:off x="3827735" y="4685634"/>
            <a:ext cx="7443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1" u="none" strike="noStrike" baseline="0" dirty="0" err="1">
                <a:latin typeface="XqptswMrcqkvDgjfytDqcglwYpjrdtTimes-Italic"/>
              </a:rPr>
              <a:t>y</a:t>
            </a:r>
            <a:r>
              <a:rPr lang="en-GB" sz="1800" b="0" i="1" u="none" strike="noStrike" baseline="-25000" dirty="0" err="1">
                <a:latin typeface="XqptswMrcqkvDgjfytDqcglwYpjrdtTimes-Italic"/>
              </a:rPr>
              <a:t>B</a:t>
            </a:r>
            <a:r>
              <a:rPr lang="en-GB" sz="1800" b="0" i="1" u="none" strike="noStrike" baseline="30000" dirty="0" err="1">
                <a:latin typeface="XqptswMrcqkvDgjfytDqcglwYpjrdtTimes-Italic"/>
              </a:rPr>
              <a:t>new</a:t>
            </a:r>
            <a:r>
              <a:rPr lang="en-GB" sz="1800" b="0" i="1" u="none" strike="noStrike" baseline="30000" dirty="0">
                <a:latin typeface="XqptswMrcqkvDgjfytDqcglwYpjrdtTimes-Italic"/>
              </a:rPr>
              <a:t>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25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4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36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01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</a:t>
            </a:r>
            <a:r>
              <a:rPr lang="el-GR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5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4436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6091</a:t>
            </a:r>
            <a:endParaRPr lang="en-GB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67B0B4A-A3A2-47B3-B919-B7754177FAEE}"/>
              </a:ext>
            </a:extLst>
          </p:cNvPr>
          <p:cNvSpPr txBox="1"/>
          <p:nvPr/>
        </p:nvSpPr>
        <p:spPr>
          <a:xfrm>
            <a:off x="3827735" y="5094464"/>
            <a:ext cx="7443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 err="1">
                <a:latin typeface="XqptswMrcqkvDgjfytDqcglwYpjrdtTimes-Italic"/>
              </a:rPr>
              <a:t>y</a:t>
            </a:r>
            <a:r>
              <a:rPr lang="en-GB" i="1" baseline="-25000" dirty="0" err="1">
                <a:latin typeface="XqptswMrcqkvDgjfytDqcglwYpjrdtTimes-Italic"/>
              </a:rPr>
              <a:t>C</a:t>
            </a:r>
            <a:r>
              <a:rPr lang="en-GB" i="1" baseline="30000" dirty="0" err="1">
                <a:latin typeface="XqptswMrcqkvDgjfytDqcglwYpjrdtTimes-Italic"/>
              </a:rPr>
              <a:t>new</a:t>
            </a:r>
            <a:r>
              <a:rPr lang="en-GB" sz="800" i="1" dirty="0">
                <a:latin typeface="XqptswMrcqkvDgjfytDqcglwYpjrdtTimes-Italic"/>
              </a:rPr>
              <a:t> 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25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36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1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1 </a:t>
            </a:r>
            <a:r>
              <a:rPr lang="el-GR" sz="1800" b="0" i="0" u="none" strike="noStrike" baseline="0" dirty="0">
                <a:latin typeface="HsjfkrXrsfqsHdhfxjQsjsyhXrgrrmMTSYN"/>
              </a:rPr>
              <a:t>+ 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3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8</a:t>
            </a:r>
            <a:r>
              <a:rPr lang="el-GR" sz="1800" b="0" i="1" u="none" strike="noStrike" baseline="0" dirty="0">
                <a:latin typeface="NgghsvXncbnyNfpkcyYhptkxRbjckfMTMI"/>
              </a:rPr>
              <a:t>) </a:t>
            </a:r>
            <a:r>
              <a:rPr lang="el-GR" sz="1800" b="0" i="0" u="none" strike="noStrike" baseline="0" dirty="0">
                <a:latin typeface="HsjfkrXrsfqsHdhfxjQsjsyhXrgrrmMTSYN"/>
              </a:rPr>
              <a:t>= </a:t>
            </a:r>
            <a:r>
              <a:rPr lang="el-GR" sz="1800" b="0" i="1" u="none" strike="noStrike" baseline="0" dirty="0">
                <a:latin typeface="XmsfrbDywwwnRgpscfFnqsgxPfmnkxCMMI10"/>
              </a:rPr>
              <a:t>σ</a:t>
            </a:r>
            <a:r>
              <a:rPr lang="el-GR" sz="1800" b="0" i="1" u="none" strike="noStrike" baseline="0" dirty="0">
                <a:latin typeface="NgghsvXncbnyNfpkcyYhptkxRbjckfMTMI"/>
              </a:rPr>
              <a:t>(</a:t>
            </a:r>
            <a:r>
              <a:rPr lang="el-GR" sz="1800" b="0" i="0" u="none" strike="noStrike" baseline="0" dirty="0">
                <a:latin typeface="DfnshsXfclsjJhckgdDftxvkFqrscqTimes-Roman"/>
              </a:rPr>
              <a:t>0</a:t>
            </a:r>
            <a:r>
              <a:rPr lang="el-GR" sz="1800" b="0" i="1" u="none" strike="noStrike" baseline="0" dirty="0">
                <a:latin typeface="NgghsvXncbnyNfpkcyYhptkxRbjckfMTMI"/>
              </a:rPr>
              <a:t>.</a:t>
            </a:r>
            <a:r>
              <a:rPr lang="el-GR" sz="1800" b="0" i="0" u="none" strike="noStrike" baseline="0" dirty="0">
                <a:latin typeface="DfnshsXfclsjJhckgdDftxvkFqrscqTimes-Roman"/>
              </a:rPr>
              <a:t>916</a:t>
            </a:r>
            <a:r>
              <a:rPr lang="el-GR" sz="1800" b="0" i="1" u="none" strike="noStrike" baseline="0" dirty="0">
                <a:latin typeface="NgghsvXncbnyNfpkcyYhptkxRbjckfMTMI"/>
              </a:rPr>
              <a:t>)</a:t>
            </a:r>
            <a:r>
              <a:rPr lang="en-GB" sz="800" b="0" i="0" u="none" strike="noStrike" baseline="0" dirty="0">
                <a:latin typeface="DfnshsXfclsjJhckgdDftxvkFqrscqTimes-Roman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7142</a:t>
            </a:r>
            <a:endParaRPr lang="en-GB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309E70E1-A8CD-423F-8D89-29D6CD51A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2" y="5412394"/>
            <a:ext cx="3857015" cy="995359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20BD6E29-B551-4EBA-BE67-66D094AC5381}"/>
              </a:ext>
            </a:extLst>
          </p:cNvPr>
          <p:cNvSpPr txBox="1"/>
          <p:nvPr/>
        </p:nvSpPr>
        <p:spPr>
          <a:xfrm>
            <a:off x="1291298" y="5504902"/>
            <a:ext cx="23128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baseline="0" dirty="0" err="1">
                <a:latin typeface="SxbbkcDyrnbrCdmhpcBgpchjNnrcrlTimes-Bold"/>
              </a:rPr>
              <a:t>w</a:t>
            </a:r>
            <a:r>
              <a:rPr lang="en-GB" sz="1800" b="1" i="0" u="none" strike="noStrike" baseline="30000" dirty="0" err="1">
                <a:latin typeface="SxbbkcDyrnbrCdmhpcBgpchjNnrcrlTimes-Bold"/>
              </a:rPr>
              <a:t>new</a:t>
            </a:r>
            <a:r>
              <a:rPr lang="en-GB" sz="1800" b="1" i="0" u="none" strike="noStrike" baseline="0" dirty="0">
                <a:latin typeface="SxbbkcDyrnbrCdmhpcBgpchjNnrcrlTimes-Bold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1" u="none" strike="noStrike" baseline="0" dirty="0">
                <a:latin typeface="NgghsvXncbnyNfpkcyYhptkxRbjckfMTMI"/>
              </a:rPr>
              <a:t>(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1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36</a:t>
            </a:r>
            <a:r>
              <a:rPr lang="en-GB" sz="1800" b="0" i="1" u="none" strike="noStrike" baseline="0" dirty="0">
                <a:latin typeface="NgghsvXncbnyNfpkcyYhptkxRbjckfMTMI"/>
              </a:rPr>
              <a:t>,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3</a:t>
            </a:r>
            <a:r>
              <a:rPr lang="en-GB" sz="1800" b="0" i="1" u="none" strike="noStrike" baseline="0" dirty="0">
                <a:latin typeface="NgghsvXncbnyNfpkcyYhptkxRbjckfMTMI"/>
              </a:rPr>
              <a:t>)</a:t>
            </a:r>
            <a:endParaRPr lang="en-GB" sz="1800" b="0" i="1" u="none" strike="noStrike" baseline="0" dirty="0">
              <a:latin typeface="DfnshsXfclsjJhckgdDftxvkFqrscqTimes-Roman"/>
            </a:endParaRPr>
          </a:p>
          <a:p>
            <a:r>
              <a:rPr lang="en-GB" sz="1800" b="0" i="1" u="none" strike="noStrike" baseline="0" dirty="0" err="1">
                <a:latin typeface="XqptswMrcqkvDgjfytDqcglwYpjrdtTimes-Italic"/>
              </a:rPr>
              <a:t>b</a:t>
            </a:r>
            <a:r>
              <a:rPr lang="en-GB" sz="1800" b="0" i="1" u="none" strike="noStrike" baseline="30000" dirty="0" err="1">
                <a:latin typeface="XqptswMrcqkvDgjfytDqcglwYpjrdtTimes-Italic"/>
              </a:rPr>
              <a:t>new</a:t>
            </a:r>
            <a:r>
              <a:rPr lang="en-GB" sz="1800" b="0" i="1" u="none" strike="noStrike" baseline="0" dirty="0">
                <a:latin typeface="XqptswMrcqkvDgjfytDqcglwYpjrdtTimes-Italic"/>
              </a:rPr>
              <a:t> </a:t>
            </a:r>
            <a:r>
              <a:rPr lang="en-GB" sz="1800" b="0" i="0" u="none" strike="noStrike" baseline="0" dirty="0">
                <a:latin typeface="HsjfkrXrsfqsHdhfxjQsjsyhXrgrrmMTSYN"/>
              </a:rPr>
              <a:t>= </a:t>
            </a:r>
            <a:r>
              <a:rPr lang="en-GB" sz="1800" b="0" i="0" u="none" strike="noStrike" baseline="0" dirty="0">
                <a:latin typeface="DfnshsXfclsjJhckgdDftxvkFqrscqTimes-Roman"/>
              </a:rPr>
              <a:t>0</a:t>
            </a:r>
            <a:r>
              <a:rPr lang="en-GB" sz="1800" b="0" i="1" u="none" strike="noStrike" baseline="0" dirty="0">
                <a:latin typeface="NgghsvXncbnyNfpkcyYhptkxRbjckfMTMI"/>
              </a:rPr>
              <a:t>.</a:t>
            </a:r>
            <a:r>
              <a:rPr lang="en-GB" sz="1800" b="0" i="0" u="none" strike="noStrike" baseline="0" dirty="0">
                <a:latin typeface="DfnshsXfclsjJhckgdDftxvkFqrscqTimes-Roman"/>
              </a:rPr>
              <a:t>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033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8" grpId="0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13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4C66D84-1722-459C-9952-230F70B9F419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153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14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Weights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</a:t>
            </a:r>
            <a:r>
              <a:rPr lang="es-ES" dirty="0" err="1"/>
              <a:t>Method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4C71575-279E-4629-A222-3B18AB2CA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26" y="2011264"/>
            <a:ext cx="9507672" cy="379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54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15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Weights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</a:t>
            </a:r>
            <a:r>
              <a:rPr lang="es-ES" dirty="0" err="1"/>
              <a:t>Method</a:t>
            </a:r>
            <a:endParaRPr lang="es-E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BAAF16D-476F-4605-BE3B-22A4FE649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131" y="2348351"/>
            <a:ext cx="2390775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F11C92F7-2DDB-47EA-B817-B9A029D86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17" y="3799440"/>
            <a:ext cx="5038321" cy="137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56FE28A-2ED0-492B-B4FC-52049C8C95E7}"/>
              </a:ext>
            </a:extLst>
          </p:cNvPr>
          <p:cNvSpPr/>
          <p:nvPr/>
        </p:nvSpPr>
        <p:spPr>
          <a:xfrm>
            <a:off x="1198880" y="2207692"/>
            <a:ext cx="2619983" cy="137347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FB449B8-772F-4801-80A0-DF1795921193}"/>
              </a:ext>
            </a:extLst>
          </p:cNvPr>
          <p:cNvSpPr/>
          <p:nvPr/>
        </p:nvSpPr>
        <p:spPr>
          <a:xfrm>
            <a:off x="1198880" y="3684475"/>
            <a:ext cx="5278878" cy="159206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C466BD9-21CA-4644-8FEB-D65870AC0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545" y="2131241"/>
            <a:ext cx="3456457" cy="481763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1B0A90FF-209F-4C62-A478-F82AE9F05B58}"/>
              </a:ext>
            </a:extLst>
          </p:cNvPr>
          <p:cNvSpPr/>
          <p:nvPr/>
        </p:nvSpPr>
        <p:spPr>
          <a:xfrm>
            <a:off x="6770103" y="2191591"/>
            <a:ext cx="3599235" cy="36512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7350809-80C1-487E-9C08-F5D7AC638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349" y="2656390"/>
            <a:ext cx="4010519" cy="226911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2E47187-B36F-4010-A4D9-68325144B965}"/>
              </a:ext>
            </a:extLst>
          </p:cNvPr>
          <p:cNvSpPr/>
          <p:nvPr/>
        </p:nvSpPr>
        <p:spPr>
          <a:xfrm>
            <a:off x="6770103" y="2613005"/>
            <a:ext cx="4066766" cy="237286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75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16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Weights</a:t>
            </a:r>
            <a:r>
              <a:rPr lang="es-ES" dirty="0"/>
              <a:t> </a:t>
            </a:r>
            <a:r>
              <a:rPr lang="es-ES" dirty="0" err="1"/>
              <a:t>Update</a:t>
            </a:r>
            <a:r>
              <a:rPr lang="es-ES" dirty="0"/>
              <a:t> </a:t>
            </a:r>
            <a:r>
              <a:rPr lang="es-ES" dirty="0" err="1"/>
              <a:t>Method</a:t>
            </a:r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2A8A32F-8583-4F71-80CF-401FF9BBE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320" y="2316415"/>
            <a:ext cx="5782482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1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17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DDBCC3C-E6FF-4240-8CAD-F5786B29677E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434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18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Forward Pass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7802" y="1426475"/>
            <a:ext cx="9126358" cy="46800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combine </a:t>
            </a:r>
            <a:r>
              <a:rPr lang="es-ES" dirty="0" err="1"/>
              <a:t>different</a:t>
            </a:r>
            <a:r>
              <a:rPr lang="es-ES" dirty="0"/>
              <a:t> linear </a:t>
            </a:r>
            <a:r>
              <a:rPr lang="es-ES" dirty="0" err="1"/>
              <a:t>models</a:t>
            </a:r>
            <a:r>
              <a:rPr lang="es-ES" dirty="0"/>
              <a:t> and </a:t>
            </a:r>
            <a:r>
              <a:rPr lang="es-ES" dirty="0" err="1"/>
              <a:t>apply</a:t>
            </a:r>
            <a:r>
              <a:rPr lang="es-ES" dirty="0"/>
              <a:t> </a:t>
            </a:r>
            <a:r>
              <a:rPr lang="es-ES" dirty="0" err="1"/>
              <a:t>nonlinearities</a:t>
            </a:r>
            <a:r>
              <a:rPr lang="es-ES" dirty="0"/>
              <a:t>?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89E992D-589A-41A6-B15F-516B93C3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214" y="4023687"/>
            <a:ext cx="4686603" cy="222313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F9E860F-7CDF-488D-8861-66780B388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107" y="4006690"/>
            <a:ext cx="4748107" cy="22478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4FB621F-AE89-46B5-AC29-7D572F2BC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106" y="2147850"/>
            <a:ext cx="4511407" cy="193625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72F5B32-39E9-4CB3-A281-246307619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514" y="2147851"/>
            <a:ext cx="4923303" cy="193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32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19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Forward Pass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Neural Network = </a:t>
            </a:r>
            <a:r>
              <a:rPr lang="es-ES" dirty="0" err="1"/>
              <a:t>Functions</a:t>
            </a:r>
            <a:r>
              <a:rPr lang="es-ES" dirty="0"/>
              <a:t> </a:t>
            </a:r>
            <a:r>
              <a:rPr lang="es-ES" dirty="0" err="1"/>
              <a:t>Composition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1FA958-1CE4-4091-AEB9-203FF7CAC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88" y="2478687"/>
            <a:ext cx="7717277" cy="38776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71E41F8-1AF4-4CAB-9B05-58E3DF494DB6}"/>
              </a:ext>
            </a:extLst>
          </p:cNvPr>
          <p:cNvSpPr txBox="1"/>
          <p:nvPr/>
        </p:nvSpPr>
        <p:spPr>
          <a:xfrm>
            <a:off x="4891392" y="1892372"/>
            <a:ext cx="3325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dirty="0">
                <a:solidFill>
                  <a:srgbClr val="777777"/>
                </a:solidFill>
                <a:effectLst/>
                <a:latin typeface="pt sans"/>
              </a:rPr>
              <a:t>ŷ</a:t>
            </a:r>
            <a:r>
              <a:rPr lang="es-ES" sz="2400" b="0" i="0" dirty="0">
                <a:solidFill>
                  <a:srgbClr val="777777"/>
                </a:solidFill>
                <a:effectLst/>
                <a:latin typeface="pt sans"/>
              </a:rPr>
              <a:t> = </a:t>
            </a:r>
            <a:r>
              <a:rPr lang="el-GR" sz="2400" b="0" i="0" dirty="0">
                <a:solidFill>
                  <a:srgbClr val="7777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s-ES" sz="2400" b="0" i="0" dirty="0">
                <a:solidFill>
                  <a:srgbClr val="7777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f</a:t>
            </a:r>
            <a:r>
              <a:rPr lang="es-ES" sz="2400" baseline="30000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s-ES" sz="2400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l-GR" sz="2400" b="0" i="0" dirty="0">
                <a:solidFill>
                  <a:srgbClr val="7777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s-ES" sz="2400" b="0" i="0" dirty="0">
                <a:solidFill>
                  <a:srgbClr val="7777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 f</a:t>
            </a:r>
            <a:r>
              <a:rPr lang="es-ES" sz="2400" b="0" i="0" baseline="30000" dirty="0">
                <a:solidFill>
                  <a:srgbClr val="7777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s-ES" sz="2400" b="0" i="0" dirty="0">
                <a:solidFill>
                  <a:srgbClr val="77777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(x))))</a:t>
            </a:r>
            <a:endParaRPr lang="en-GB" sz="24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AAF1CD-4A3C-469F-9598-A9390E869430}"/>
              </a:ext>
            </a:extLst>
          </p:cNvPr>
          <p:cNvSpPr/>
          <p:nvPr/>
        </p:nvSpPr>
        <p:spPr>
          <a:xfrm>
            <a:off x="3761362" y="3014522"/>
            <a:ext cx="3281464" cy="365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</a:t>
            </a:r>
            <a:r>
              <a:rPr lang="es-ES" baseline="-25000" dirty="0"/>
              <a:t>1</a:t>
            </a:r>
            <a:r>
              <a:rPr lang="es-ES" dirty="0"/>
              <a:t> = </a:t>
            </a:r>
            <a:r>
              <a:rPr lang="el-GR" dirty="0"/>
              <a:t>σ</a:t>
            </a:r>
            <a:r>
              <a:rPr lang="es-ES" dirty="0"/>
              <a:t>(W</a:t>
            </a:r>
            <a:r>
              <a:rPr lang="es-ES" baseline="-25000" dirty="0"/>
              <a:t>11</a:t>
            </a:r>
            <a:r>
              <a:rPr lang="es-ES" baseline="30000" dirty="0"/>
              <a:t>(1)</a:t>
            </a:r>
            <a:r>
              <a:rPr lang="es-ES" dirty="0"/>
              <a:t>x</a:t>
            </a:r>
            <a:r>
              <a:rPr lang="es-ES" baseline="-25000" dirty="0"/>
              <a:t>1</a:t>
            </a:r>
            <a:r>
              <a:rPr lang="es-ES" dirty="0"/>
              <a:t> + W</a:t>
            </a:r>
            <a:r>
              <a:rPr lang="es-ES" baseline="-25000" dirty="0"/>
              <a:t>21</a:t>
            </a:r>
            <a:r>
              <a:rPr lang="es-ES" baseline="30000" dirty="0"/>
              <a:t>(1)</a:t>
            </a:r>
            <a:r>
              <a:rPr lang="es-ES" dirty="0"/>
              <a:t>x</a:t>
            </a:r>
            <a:r>
              <a:rPr lang="es-ES" baseline="-25000" dirty="0"/>
              <a:t>2</a:t>
            </a:r>
            <a:r>
              <a:rPr lang="es-ES" dirty="0"/>
              <a:t> + W</a:t>
            </a:r>
            <a:r>
              <a:rPr lang="es-ES" baseline="-25000" dirty="0"/>
              <a:t>31</a:t>
            </a:r>
            <a:r>
              <a:rPr lang="es-ES" baseline="30000" dirty="0"/>
              <a:t>(1)</a:t>
            </a:r>
            <a:r>
              <a:rPr lang="es-ES" dirty="0"/>
              <a:t>)</a:t>
            </a:r>
            <a:endParaRPr lang="en-GB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75E8D9D-3FAC-4C09-A201-54AFD1C2526E}"/>
              </a:ext>
            </a:extLst>
          </p:cNvPr>
          <p:cNvSpPr/>
          <p:nvPr/>
        </p:nvSpPr>
        <p:spPr>
          <a:xfrm>
            <a:off x="4011849" y="5772138"/>
            <a:ext cx="3487649" cy="365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h</a:t>
            </a:r>
            <a:r>
              <a:rPr lang="es-ES" baseline="-25000" dirty="0"/>
              <a:t>2 </a:t>
            </a:r>
            <a:r>
              <a:rPr lang="es-ES" dirty="0"/>
              <a:t>= </a:t>
            </a:r>
            <a:r>
              <a:rPr lang="el-GR" dirty="0"/>
              <a:t>σ</a:t>
            </a:r>
            <a:r>
              <a:rPr lang="es-ES" dirty="0"/>
              <a:t>( W</a:t>
            </a:r>
            <a:r>
              <a:rPr lang="es-ES" baseline="-25000" dirty="0"/>
              <a:t>12</a:t>
            </a:r>
            <a:r>
              <a:rPr lang="es-ES" baseline="30000" dirty="0"/>
              <a:t>(1)</a:t>
            </a:r>
            <a:r>
              <a:rPr lang="es-ES" dirty="0"/>
              <a:t>x</a:t>
            </a:r>
            <a:r>
              <a:rPr lang="es-ES" baseline="-25000" dirty="0"/>
              <a:t>1</a:t>
            </a:r>
            <a:r>
              <a:rPr lang="es-ES" dirty="0"/>
              <a:t> + W</a:t>
            </a:r>
            <a:r>
              <a:rPr lang="es-ES" baseline="-25000" dirty="0"/>
              <a:t>22</a:t>
            </a:r>
            <a:r>
              <a:rPr lang="es-ES" baseline="30000" dirty="0"/>
              <a:t>(1)</a:t>
            </a:r>
            <a:r>
              <a:rPr lang="es-ES" dirty="0"/>
              <a:t>x</a:t>
            </a:r>
            <a:r>
              <a:rPr lang="es-ES" baseline="-25000" dirty="0"/>
              <a:t>2</a:t>
            </a:r>
            <a:r>
              <a:rPr lang="es-ES" dirty="0"/>
              <a:t> + W</a:t>
            </a:r>
            <a:r>
              <a:rPr lang="es-ES" baseline="-25000" dirty="0"/>
              <a:t>32</a:t>
            </a:r>
            <a:r>
              <a:rPr lang="es-ES" baseline="30000" dirty="0"/>
              <a:t>(1)</a:t>
            </a:r>
            <a:r>
              <a:rPr lang="es-ES" dirty="0"/>
              <a:t> )</a:t>
            </a:r>
            <a:endParaRPr lang="en-GB" baseline="300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CDE1DC9-CA17-4F06-B643-14AEA7D7C0B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359285" y="3197085"/>
            <a:ext cx="402077" cy="2319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3692259-6869-4912-B9D7-03470BD09C65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359285" y="4911694"/>
            <a:ext cx="652564" cy="104300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41185FC-81AB-47AB-A82F-5529C9D6C8E7}"/>
              </a:ext>
            </a:extLst>
          </p:cNvPr>
          <p:cNvSpPr/>
          <p:nvPr/>
        </p:nvSpPr>
        <p:spPr>
          <a:xfrm>
            <a:off x="5122423" y="5323673"/>
            <a:ext cx="3030977" cy="365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/>
              <a:t>σ</a:t>
            </a:r>
            <a:r>
              <a:rPr lang="es-ES" dirty="0"/>
              <a:t>( W</a:t>
            </a:r>
            <a:r>
              <a:rPr lang="es-ES" baseline="-25000" dirty="0"/>
              <a:t>11</a:t>
            </a:r>
            <a:r>
              <a:rPr lang="es-ES" baseline="30000" dirty="0"/>
              <a:t>(2)</a:t>
            </a:r>
            <a:r>
              <a:rPr lang="es-ES" dirty="0"/>
              <a:t>h</a:t>
            </a:r>
            <a:r>
              <a:rPr lang="es-ES" baseline="-25000" dirty="0"/>
              <a:t>1</a:t>
            </a:r>
            <a:r>
              <a:rPr lang="es-ES" dirty="0"/>
              <a:t> + W</a:t>
            </a:r>
            <a:r>
              <a:rPr lang="es-ES" baseline="-25000" dirty="0"/>
              <a:t>21</a:t>
            </a:r>
            <a:r>
              <a:rPr lang="es-ES" baseline="30000" dirty="0"/>
              <a:t>(2)</a:t>
            </a:r>
            <a:r>
              <a:rPr lang="es-ES" dirty="0"/>
              <a:t>h</a:t>
            </a:r>
            <a:r>
              <a:rPr lang="es-ES" baseline="-25000" dirty="0"/>
              <a:t>2</a:t>
            </a:r>
            <a:r>
              <a:rPr lang="es-ES" dirty="0"/>
              <a:t> + W</a:t>
            </a:r>
            <a:r>
              <a:rPr lang="es-ES" baseline="-25000" dirty="0"/>
              <a:t>31</a:t>
            </a:r>
            <a:r>
              <a:rPr lang="es-ES" baseline="30000" dirty="0"/>
              <a:t>()</a:t>
            </a:r>
            <a:r>
              <a:rPr lang="es-ES" dirty="0"/>
              <a:t> )</a:t>
            </a:r>
            <a:endParaRPr lang="en-GB" baseline="300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8ED7CEE-47BA-4B49-8DFE-F3B8D6765C56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359349" y="4983126"/>
            <a:ext cx="763074" cy="5231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61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20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4CF626D-546D-4C80-A105-1367F43AA9A6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071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21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Chain</a:t>
            </a:r>
            <a:r>
              <a:rPr lang="es-ES" dirty="0"/>
              <a:t> Rule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r>
              <a:rPr lang="es-ES" dirty="0"/>
              <a:t> </a:t>
            </a:r>
            <a:r>
              <a:rPr lang="es-ES" dirty="0" err="1"/>
              <a:t>Calculations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56EE04-E74C-4840-B2C3-EA2208BBA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257" y="1426475"/>
            <a:ext cx="7974270" cy="501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94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0625956-9A4C-4549-B3A6-0CAC37C9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F4E8EFD-D1F7-443D-8D43-26545F53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22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4F5F03B-00E6-416F-8639-7C7B605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B50E49-6C14-4A45-9EED-0A8545C259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Nested</a:t>
            </a:r>
            <a:r>
              <a:rPr lang="es-ES" dirty="0"/>
              <a:t>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C8E965-EA5A-44DB-8DA5-82F115281144}"/>
              </a:ext>
            </a:extLst>
          </p:cNvPr>
          <p:cNvSpPr txBox="1"/>
          <p:nvPr/>
        </p:nvSpPr>
        <p:spPr>
          <a:xfrm>
            <a:off x="1417674" y="1997839"/>
            <a:ext cx="5819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One iteration on a NN train process consists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Doing a feedforward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Comparing the output of the model with the desired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Calculating the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Running the feedforward operation backwards (backpropagation) to spread the error to each of the weights.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this to update the weights, and get a better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Continue this until we have a model that is good.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F361172-8F2E-4479-9956-EC8ECF678694}"/>
              </a:ext>
            </a:extLst>
          </p:cNvPr>
          <p:cNvSpPr/>
          <p:nvPr/>
        </p:nvSpPr>
        <p:spPr>
          <a:xfrm>
            <a:off x="1644502" y="3429000"/>
            <a:ext cx="5252484" cy="81693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2EE1978-DD84-4066-8E4F-0FB279ACF46A}"/>
              </a:ext>
            </a:extLst>
          </p:cNvPr>
          <p:cNvSpPr/>
          <p:nvPr/>
        </p:nvSpPr>
        <p:spPr>
          <a:xfrm>
            <a:off x="1814623" y="2261191"/>
            <a:ext cx="8222512" cy="15310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b="1" dirty="0"/>
              <a:t>CHAIN RULE!!!!!</a:t>
            </a:r>
            <a:endParaRPr lang="en-GB" sz="6600" b="1" dirty="0"/>
          </a:p>
        </p:txBody>
      </p:sp>
    </p:spTree>
    <p:extLst>
      <p:ext uri="{BB962C8B-B14F-4D97-AF65-F5344CB8AC3E}">
        <p14:creationId xmlns:p14="http://schemas.microsoft.com/office/powerpoint/2010/main" val="227428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23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Chain</a:t>
            </a:r>
            <a:r>
              <a:rPr lang="es-ES" dirty="0"/>
              <a:t> Rule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r>
              <a:rPr lang="es-ES" dirty="0"/>
              <a:t> </a:t>
            </a:r>
            <a:r>
              <a:rPr lang="es-ES" dirty="0" err="1"/>
              <a:t>Calculations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89C89EB-C3A6-495A-A3A7-E6B37EA01D7C}"/>
              </a:ext>
            </a:extLst>
          </p:cNvPr>
          <p:cNvSpPr txBox="1"/>
          <p:nvPr/>
        </p:nvSpPr>
        <p:spPr>
          <a:xfrm>
            <a:off x="4148488" y="1982804"/>
            <a:ext cx="4111549" cy="577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63800E-2061-46E3-8E85-7444E2A9A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960" y="4823566"/>
            <a:ext cx="3330307" cy="80912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0439985-8A29-46EF-8CBC-4E99FAACE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502" y="3527153"/>
            <a:ext cx="2993459" cy="9311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32065B8-B8BE-428D-B68A-B689CABB9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717" y="2440250"/>
            <a:ext cx="3041291" cy="70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3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24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Chain</a:t>
            </a:r>
            <a:r>
              <a:rPr lang="es-ES" dirty="0"/>
              <a:t> Rule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r>
              <a:rPr lang="es-ES" dirty="0"/>
              <a:t> </a:t>
            </a:r>
            <a:r>
              <a:rPr lang="es-ES" dirty="0" err="1"/>
              <a:t>Calculations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A3DC864-A3F4-4ACC-A930-7A2777DEB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26" y="2365338"/>
            <a:ext cx="2853742" cy="391933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7E6CEAC-B309-4251-976E-C8344C0FC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5868" y="2775590"/>
            <a:ext cx="4924169" cy="309883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32E5D42-57B1-4313-9D85-8708BAFD3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037" y="2788787"/>
            <a:ext cx="3313997" cy="307243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89C89EB-C3A6-495A-A3A7-E6B37EA01D7C}"/>
              </a:ext>
            </a:extLst>
          </p:cNvPr>
          <p:cNvSpPr txBox="1"/>
          <p:nvPr/>
        </p:nvSpPr>
        <p:spPr>
          <a:xfrm>
            <a:off x="4148488" y="1982804"/>
            <a:ext cx="4111549" cy="577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CF593A4-2006-41E7-BD8D-6AB37187526F}"/>
              </a:ext>
            </a:extLst>
          </p:cNvPr>
          <p:cNvSpPr txBox="1"/>
          <p:nvPr/>
        </p:nvSpPr>
        <p:spPr>
          <a:xfrm>
            <a:off x="5007006" y="1817357"/>
            <a:ext cx="3453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b="1" dirty="0">
                <a:latin typeface="+mj-lt"/>
                <a:cs typeface="Times New Roman" panose="02020603050405020304" pitchFamily="18" charset="0"/>
              </a:rPr>
              <a:t>δ</a:t>
            </a:r>
            <a:r>
              <a:rPr lang="es-ES" sz="3200" b="1" baseline="-25000" dirty="0">
                <a:latin typeface="+mj-lt"/>
                <a:cs typeface="Times New Roman" panose="02020603050405020304" pitchFamily="18" charset="0"/>
              </a:rPr>
              <a:t>0</a:t>
            </a:r>
            <a:r>
              <a:rPr lang="es-ES" sz="3200" b="1" dirty="0">
                <a:latin typeface="+mj-lt"/>
                <a:cs typeface="Times New Roman" panose="02020603050405020304" pitchFamily="18" charset="0"/>
              </a:rPr>
              <a:t> = y - ŷ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1450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25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Why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worthwile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understand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and </a:t>
            </a:r>
            <a:r>
              <a:rPr lang="es-ES" dirty="0" err="1"/>
              <a:t>get</a:t>
            </a:r>
            <a:r>
              <a:rPr lang="es-ES" dirty="0"/>
              <a:t> familiar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E83EB9A-FACA-4F08-B25A-B30E5CE62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204"/>
          <a:stretch/>
        </p:blipFill>
        <p:spPr>
          <a:xfrm>
            <a:off x="1297802" y="1970837"/>
            <a:ext cx="9145276" cy="214355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746310F-C9BB-49A8-9372-D4BA753CCC0C}"/>
              </a:ext>
            </a:extLst>
          </p:cNvPr>
          <p:cNvSpPr/>
          <p:nvPr/>
        </p:nvSpPr>
        <p:spPr>
          <a:xfrm>
            <a:off x="3266984" y="2885243"/>
            <a:ext cx="1420427" cy="27520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6895012-A828-4E66-8EE0-22A39E6C8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851" y="4497355"/>
            <a:ext cx="8531781" cy="1108905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AF324273-601F-4878-8832-F5CBB3FC4AF2}"/>
              </a:ext>
            </a:extLst>
          </p:cNvPr>
          <p:cNvSpPr/>
          <p:nvPr/>
        </p:nvSpPr>
        <p:spPr>
          <a:xfrm>
            <a:off x="3937518" y="1970837"/>
            <a:ext cx="2080727" cy="468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onector: curvado 11">
            <a:extLst>
              <a:ext uri="{FF2B5EF4-FFF2-40B4-BE49-F238E27FC236}">
                <a16:creationId xmlns:a16="http://schemas.microsoft.com/office/drawing/2014/main" id="{05DA5501-7D64-46B9-9F8D-95D6E8977B59}"/>
              </a:ext>
            </a:extLst>
          </p:cNvPr>
          <p:cNvCxnSpPr>
            <a:cxnSpLocks/>
            <a:stCxn id="10" idx="2"/>
            <a:endCxn id="9" idx="1"/>
          </p:cNvCxnSpPr>
          <p:nvPr/>
        </p:nvCxnSpPr>
        <p:spPr>
          <a:xfrm rot="10800000" flipV="1">
            <a:off x="1552852" y="2204836"/>
            <a:ext cx="2384667" cy="2846971"/>
          </a:xfrm>
          <a:prstGeom prst="curvedConnector3">
            <a:avLst>
              <a:gd name="adj1" fmla="val 10958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351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26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Vanishing</a:t>
            </a:r>
            <a:r>
              <a:rPr lang="es-ES" dirty="0"/>
              <a:t> </a:t>
            </a:r>
            <a:r>
              <a:rPr lang="es-ES" dirty="0" err="1"/>
              <a:t>Gradients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FC5C409-23B3-4931-A0D2-67FC310C5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28" y="2853525"/>
            <a:ext cx="4405350" cy="21100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C16BB0A-BF56-4EB3-9BF8-1E670DB11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750369"/>
            <a:ext cx="3764605" cy="211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BB4651F-4414-4D2D-BF44-D27609880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976" y="2717869"/>
            <a:ext cx="3239911" cy="2381311"/>
          </a:xfrm>
          <a:prstGeom prst="rect">
            <a:avLst/>
          </a:prstGeom>
        </p:spPr>
      </p:pic>
      <p:pic>
        <p:nvPicPr>
          <p:cNvPr id="2050" name="Picture 2" descr="Image for post">
            <a:extLst>
              <a:ext uri="{FF2B5EF4-FFF2-40B4-BE49-F238E27FC236}">
                <a16:creationId xmlns:a16="http://schemas.microsoft.com/office/drawing/2014/main" id="{87138BAA-D1CB-4A4D-AD09-028A9E3E2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011" y="4033169"/>
            <a:ext cx="7200900" cy="238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26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27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Vanishing</a:t>
            </a:r>
            <a:r>
              <a:rPr lang="es-ES" dirty="0"/>
              <a:t> </a:t>
            </a:r>
            <a:r>
              <a:rPr lang="es-ES" dirty="0" err="1"/>
              <a:t>Gradients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AE7282-3B09-409F-BD06-078897B36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04" y="1980279"/>
            <a:ext cx="4497586" cy="26626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9B28C87-A47D-4455-AE1A-16942EB34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753" y="1980278"/>
            <a:ext cx="4667902" cy="26626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B681D63-C557-4FDE-9E2F-96E2F712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803" y="4635373"/>
            <a:ext cx="3793795" cy="157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0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28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Vanishing</a:t>
            </a:r>
            <a:r>
              <a:rPr lang="es-ES" dirty="0"/>
              <a:t> </a:t>
            </a:r>
            <a:r>
              <a:rPr lang="es-ES" dirty="0" err="1"/>
              <a:t>Gradients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AE7282-3B09-409F-BD06-078897B36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04" y="1980279"/>
            <a:ext cx="4497586" cy="266260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9B28C87-A47D-4455-AE1A-16942EB34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753" y="1980278"/>
            <a:ext cx="4667902" cy="26626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B681D63-C557-4FDE-9E2F-96E2F712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803" y="4635373"/>
            <a:ext cx="3793795" cy="157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6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29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Dying</a:t>
            </a:r>
            <a:r>
              <a:rPr lang="es-ES" dirty="0"/>
              <a:t> </a:t>
            </a:r>
            <a:r>
              <a:rPr lang="es-ES" dirty="0" err="1"/>
              <a:t>ReLUs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8592A5-BAC6-4F15-B725-D9DFFA6D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627" y="1882893"/>
            <a:ext cx="6506483" cy="6858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78A5DC1-8C08-4380-9052-24ADA899DF0A}"/>
              </a:ext>
            </a:extLst>
          </p:cNvPr>
          <p:cNvSpPr txBox="1"/>
          <p:nvPr/>
        </p:nvSpPr>
        <p:spPr>
          <a:xfrm>
            <a:off x="2290802" y="4048026"/>
            <a:ext cx="792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92929"/>
                </a:solidFill>
                <a:latin typeface="medium-content-serif-font"/>
              </a:rPr>
              <a:t>I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f a neuron gets clamped to zero in the forward pass (i.e. </a:t>
            </a:r>
            <a:r>
              <a:rPr lang="en-GB" b="1" i="0" dirty="0">
                <a:solidFill>
                  <a:srgbClr val="292929"/>
                </a:solidFill>
                <a:effectLst/>
                <a:latin typeface="medium-content-serif-font"/>
              </a:rPr>
              <a:t>z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=0, it doesn’t “fire”), then its weights will get zero gradient. This can lead to what is called the “dead </a:t>
            </a:r>
            <a:r>
              <a:rPr lang="en-GB" b="0" i="0" dirty="0" err="1">
                <a:solidFill>
                  <a:srgbClr val="292929"/>
                </a:solidFill>
                <a:effectLst/>
                <a:latin typeface="medium-content-serif-font"/>
              </a:rPr>
              <a:t>ReLU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” problem, where if a </a:t>
            </a:r>
            <a:r>
              <a:rPr lang="en-GB" b="0" i="0" dirty="0" err="1">
                <a:solidFill>
                  <a:srgbClr val="292929"/>
                </a:solidFill>
                <a:effectLst/>
                <a:latin typeface="medium-content-serif-font"/>
              </a:rPr>
              <a:t>ReLU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 neuron is unfortunately initialized such that it never fires, or if a neuron’s weights ever get knocked off with a large update during training into this regime, then this neuron will remain permanently dead. It’s like permanent, irrecoverable brain damage. Sometimes you can forward the entire training set through a trained network and find that a large fraction (e.g. 40%) of your neurons were zero the entire time.</a:t>
            </a:r>
            <a:endParaRPr lang="en-GB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4AFF2-E50F-40B9-BB5B-C5E6DA6F4E1D}"/>
              </a:ext>
            </a:extLst>
          </p:cNvPr>
          <p:cNvSpPr txBox="1"/>
          <p:nvPr/>
        </p:nvSpPr>
        <p:spPr>
          <a:xfrm>
            <a:off x="2545077" y="2888201"/>
            <a:ext cx="7648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err="1"/>
              <a:t>Bad</a:t>
            </a:r>
            <a:r>
              <a:rPr lang="es-ES" sz="2800" dirty="0"/>
              <a:t> </a:t>
            </a:r>
            <a:r>
              <a:rPr lang="es-ES" sz="2800" dirty="0" err="1"/>
              <a:t>Initialization</a:t>
            </a:r>
            <a:r>
              <a:rPr lang="es-ES" sz="2800" dirty="0"/>
              <a:t>               </a:t>
            </a:r>
            <a:r>
              <a:rPr lang="es-ES" sz="2800" dirty="0" err="1"/>
              <a:t>Neuron</a:t>
            </a:r>
            <a:r>
              <a:rPr lang="es-ES" sz="2800" dirty="0"/>
              <a:t> </a:t>
            </a:r>
            <a:r>
              <a:rPr lang="es-ES" sz="2800" dirty="0" err="1"/>
              <a:t>doesn’t</a:t>
            </a:r>
            <a:r>
              <a:rPr lang="es-ES" sz="2800" dirty="0"/>
              <a:t> </a:t>
            </a:r>
            <a:r>
              <a:rPr lang="es-ES" sz="2800" dirty="0" err="1"/>
              <a:t>fire</a:t>
            </a:r>
            <a:r>
              <a:rPr lang="es-ES" sz="2800" dirty="0"/>
              <a:t>                 </a:t>
            </a:r>
            <a:r>
              <a:rPr lang="es-ES" sz="2800" dirty="0" err="1"/>
              <a:t>Gradient</a:t>
            </a:r>
            <a:r>
              <a:rPr lang="es-ES" sz="2800" dirty="0"/>
              <a:t> 0         	</a:t>
            </a:r>
            <a:r>
              <a:rPr lang="en-GB" sz="2800" dirty="0">
                <a:solidFill>
                  <a:srgbClr val="292929"/>
                </a:solidFill>
                <a:latin typeface="medium-content-serif-font"/>
              </a:rPr>
              <a:t>P</a:t>
            </a:r>
            <a:r>
              <a:rPr lang="en-GB" sz="2800" b="0" i="0" dirty="0">
                <a:solidFill>
                  <a:srgbClr val="292929"/>
                </a:solidFill>
                <a:effectLst/>
                <a:latin typeface="medium-content-serif-font"/>
              </a:rPr>
              <a:t>ermanently </a:t>
            </a:r>
            <a:r>
              <a:rPr lang="en-GB" sz="2800" dirty="0">
                <a:solidFill>
                  <a:srgbClr val="292929"/>
                </a:solidFill>
                <a:latin typeface="medium-content-serif-font"/>
              </a:rPr>
              <a:t>D</a:t>
            </a:r>
            <a:r>
              <a:rPr lang="en-GB" sz="2800" b="0" i="0" dirty="0">
                <a:solidFill>
                  <a:srgbClr val="292929"/>
                </a:solidFill>
                <a:effectLst/>
                <a:latin typeface="medium-content-serif-font"/>
              </a:rPr>
              <a:t>ead</a:t>
            </a:r>
            <a:endParaRPr lang="en-GB" sz="2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AC2E154-FE84-4055-B2A8-C33FE81BCC21}"/>
              </a:ext>
            </a:extLst>
          </p:cNvPr>
          <p:cNvCxnSpPr/>
          <p:nvPr/>
        </p:nvCxnSpPr>
        <p:spPr>
          <a:xfrm>
            <a:off x="5470356" y="3181151"/>
            <a:ext cx="4235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383ADEF-9C1F-4BA7-9954-19F558A93E96}"/>
              </a:ext>
            </a:extLst>
          </p:cNvPr>
          <p:cNvCxnSpPr/>
          <p:nvPr/>
        </p:nvCxnSpPr>
        <p:spPr>
          <a:xfrm>
            <a:off x="4493394" y="3592709"/>
            <a:ext cx="4235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8E727B2-8A13-4DF9-986D-DD7C95432374}"/>
              </a:ext>
            </a:extLst>
          </p:cNvPr>
          <p:cNvSpPr/>
          <p:nvPr/>
        </p:nvSpPr>
        <p:spPr>
          <a:xfrm>
            <a:off x="2415941" y="2817090"/>
            <a:ext cx="7225373" cy="108114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4" name="Picture 2" descr="Image for post">
            <a:extLst>
              <a:ext uri="{FF2B5EF4-FFF2-40B4-BE49-F238E27FC236}">
                <a16:creationId xmlns:a16="http://schemas.microsoft.com/office/drawing/2014/main" id="{797003E7-F69D-44BB-BB2E-DBD3F9F4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802" y="4048026"/>
            <a:ext cx="7648078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847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43AF01D-7D07-4725-8550-A2FA66D2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6F45445-25E7-49A1-B904-C9B24AE3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30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45F00FC-A021-4B98-BB70-C54AE6BE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Backpropagation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04381D-03D2-4EE7-9F06-D32B8542B8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Dying</a:t>
            </a:r>
            <a:r>
              <a:rPr lang="es-ES" dirty="0"/>
              <a:t> </a:t>
            </a:r>
            <a:r>
              <a:rPr lang="es-ES" dirty="0" err="1"/>
              <a:t>ReLUs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8592A5-BAC6-4F15-B725-D9DFFA6D0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627" y="1882893"/>
            <a:ext cx="6506483" cy="68589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78A5DC1-8C08-4380-9052-24ADA899DF0A}"/>
              </a:ext>
            </a:extLst>
          </p:cNvPr>
          <p:cNvSpPr txBox="1"/>
          <p:nvPr/>
        </p:nvSpPr>
        <p:spPr>
          <a:xfrm>
            <a:off x="2290802" y="4048026"/>
            <a:ext cx="792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92929"/>
                </a:solidFill>
                <a:latin typeface="medium-content-serif-font"/>
              </a:rPr>
              <a:t>I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f a neuron gets clamped to zero in the forward pass (i.e. </a:t>
            </a:r>
            <a:r>
              <a:rPr lang="en-GB" b="1" i="0" dirty="0">
                <a:solidFill>
                  <a:srgbClr val="292929"/>
                </a:solidFill>
                <a:effectLst/>
                <a:latin typeface="medium-content-serif-font"/>
              </a:rPr>
              <a:t>z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=0, it doesn’t “fire”), then its weights will get zero gradient. This can lead to what is called the “dead </a:t>
            </a:r>
            <a:r>
              <a:rPr lang="en-GB" b="0" i="0" dirty="0" err="1">
                <a:solidFill>
                  <a:srgbClr val="292929"/>
                </a:solidFill>
                <a:effectLst/>
                <a:latin typeface="medium-content-serif-font"/>
              </a:rPr>
              <a:t>ReLU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” problem, where if a </a:t>
            </a:r>
            <a:r>
              <a:rPr lang="en-GB" b="0" i="0" dirty="0" err="1">
                <a:solidFill>
                  <a:srgbClr val="292929"/>
                </a:solidFill>
                <a:effectLst/>
                <a:latin typeface="medium-content-serif-font"/>
              </a:rPr>
              <a:t>ReLU</a:t>
            </a:r>
            <a:r>
              <a:rPr lang="en-GB" b="0" i="0" dirty="0">
                <a:solidFill>
                  <a:srgbClr val="292929"/>
                </a:solidFill>
                <a:effectLst/>
                <a:latin typeface="medium-content-serif-font"/>
              </a:rPr>
              <a:t> neuron is unfortunately initialized such that it never fires, or if a neuron’s weights ever get knocked off with a large update during training into this regime, then this neuron will remain permanently dead. It’s like permanent, irrecoverable brain damage. Sometimes you can forward the entire training set through a trained network and find that a large fraction (e.g. 40%) of your neurons were zero the entire time.</a:t>
            </a:r>
            <a:endParaRPr lang="en-GB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4AFF2-E50F-40B9-BB5B-C5E6DA6F4E1D}"/>
              </a:ext>
            </a:extLst>
          </p:cNvPr>
          <p:cNvSpPr txBox="1"/>
          <p:nvPr/>
        </p:nvSpPr>
        <p:spPr>
          <a:xfrm>
            <a:off x="2545077" y="2888201"/>
            <a:ext cx="7648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 err="1"/>
              <a:t>Bad</a:t>
            </a:r>
            <a:r>
              <a:rPr lang="es-ES" sz="2800" dirty="0"/>
              <a:t> </a:t>
            </a:r>
            <a:r>
              <a:rPr lang="es-ES" sz="2800" dirty="0" err="1"/>
              <a:t>Initialization</a:t>
            </a:r>
            <a:r>
              <a:rPr lang="es-ES" sz="2800" dirty="0"/>
              <a:t>               </a:t>
            </a:r>
            <a:r>
              <a:rPr lang="es-ES" sz="2800" dirty="0" err="1"/>
              <a:t>Neuron</a:t>
            </a:r>
            <a:r>
              <a:rPr lang="es-ES" sz="2800" dirty="0"/>
              <a:t> </a:t>
            </a:r>
            <a:r>
              <a:rPr lang="es-ES" sz="2800" dirty="0" err="1"/>
              <a:t>doesn’t</a:t>
            </a:r>
            <a:r>
              <a:rPr lang="es-ES" sz="2800" dirty="0"/>
              <a:t> </a:t>
            </a:r>
            <a:r>
              <a:rPr lang="es-ES" sz="2800" dirty="0" err="1"/>
              <a:t>fire</a:t>
            </a:r>
            <a:r>
              <a:rPr lang="es-ES" sz="2800" dirty="0"/>
              <a:t>                 </a:t>
            </a:r>
            <a:r>
              <a:rPr lang="es-ES" sz="2800" dirty="0" err="1"/>
              <a:t>Gradient</a:t>
            </a:r>
            <a:r>
              <a:rPr lang="es-ES" sz="2800" dirty="0"/>
              <a:t> 0         	</a:t>
            </a:r>
            <a:r>
              <a:rPr lang="en-GB" sz="2800" dirty="0">
                <a:solidFill>
                  <a:srgbClr val="292929"/>
                </a:solidFill>
                <a:latin typeface="medium-content-serif-font"/>
              </a:rPr>
              <a:t>P</a:t>
            </a:r>
            <a:r>
              <a:rPr lang="en-GB" sz="2800" b="0" i="0" dirty="0">
                <a:solidFill>
                  <a:srgbClr val="292929"/>
                </a:solidFill>
                <a:effectLst/>
                <a:latin typeface="medium-content-serif-font"/>
              </a:rPr>
              <a:t>ermanently </a:t>
            </a:r>
            <a:r>
              <a:rPr lang="en-GB" sz="2800" dirty="0">
                <a:solidFill>
                  <a:srgbClr val="292929"/>
                </a:solidFill>
                <a:latin typeface="medium-content-serif-font"/>
              </a:rPr>
              <a:t>D</a:t>
            </a:r>
            <a:r>
              <a:rPr lang="en-GB" sz="2800" b="0" i="0" dirty="0">
                <a:solidFill>
                  <a:srgbClr val="292929"/>
                </a:solidFill>
                <a:effectLst/>
                <a:latin typeface="medium-content-serif-font"/>
              </a:rPr>
              <a:t>ead</a:t>
            </a:r>
            <a:endParaRPr lang="en-GB" sz="2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AC2E154-FE84-4055-B2A8-C33FE81BCC21}"/>
              </a:ext>
            </a:extLst>
          </p:cNvPr>
          <p:cNvCxnSpPr/>
          <p:nvPr/>
        </p:nvCxnSpPr>
        <p:spPr>
          <a:xfrm>
            <a:off x="5470356" y="3181151"/>
            <a:ext cx="4235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383ADEF-9C1F-4BA7-9954-19F558A93E96}"/>
              </a:ext>
            </a:extLst>
          </p:cNvPr>
          <p:cNvCxnSpPr/>
          <p:nvPr/>
        </p:nvCxnSpPr>
        <p:spPr>
          <a:xfrm>
            <a:off x="4493394" y="3592709"/>
            <a:ext cx="42351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8E727B2-8A13-4DF9-986D-DD7C95432374}"/>
              </a:ext>
            </a:extLst>
          </p:cNvPr>
          <p:cNvSpPr/>
          <p:nvPr/>
        </p:nvSpPr>
        <p:spPr>
          <a:xfrm>
            <a:off x="2415941" y="2817090"/>
            <a:ext cx="7225373" cy="108114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747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47CED-AAD0-D24A-90EC-0E8DD3AD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31</a:t>
            </a:fld>
            <a:endParaRPr lang="es-ES_trad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5FF657-FCC0-144F-8C67-D6BFAAF7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s-ES_tradnl" dirty="0" err="1">
                <a:solidFill>
                  <a:srgbClr val="2FA8E0"/>
                </a:solidFill>
              </a:rPr>
              <a:t>Index</a:t>
            </a:r>
            <a:endParaRPr lang="es-ES_tradnl" dirty="0">
              <a:solidFill>
                <a:srgbClr val="2FA8E0"/>
              </a:solidFill>
            </a:endParaRPr>
          </a:p>
        </p:txBody>
      </p:sp>
      <p:sp>
        <p:nvSpPr>
          <p:cNvPr id="70" name="Footer Placeholder 1">
            <a:extLst>
              <a:ext uri="{FF2B5EF4-FFF2-40B4-BE49-F238E27FC236}">
                <a16:creationId xmlns:a16="http://schemas.microsoft.com/office/drawing/2014/main" id="{7E70CB4A-588F-4902-B886-BBB3E369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s-ES_tradnl"/>
              <a:t>© Copyright PredictLand SL, 2020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5D3A138E-98E1-49F5-B781-BE1A66AC9E88}"/>
              </a:ext>
            </a:extLst>
          </p:cNvPr>
          <p:cNvSpPr/>
          <p:nvPr/>
        </p:nvSpPr>
        <p:spPr>
          <a:xfrm>
            <a:off x="673769" y="2883942"/>
            <a:ext cx="1992430" cy="194864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Introduction</a:t>
            </a:r>
            <a:endParaRPr lang="en-GB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425F7A9-2C85-4052-AED8-8ADE902FC821}"/>
              </a:ext>
            </a:extLst>
          </p:cNvPr>
          <p:cNvSpPr/>
          <p:nvPr/>
        </p:nvSpPr>
        <p:spPr>
          <a:xfrm>
            <a:off x="3426593" y="1412545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Logistic</a:t>
            </a:r>
            <a:r>
              <a:rPr lang="es-ES" dirty="0"/>
              <a:t> </a:t>
            </a:r>
            <a:r>
              <a:rPr lang="es-ES" dirty="0" err="1"/>
              <a:t>Regression</a:t>
            </a:r>
            <a:endParaRPr lang="en-GB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58F0B2-22AA-4785-BB19-71D40FB286D6}"/>
              </a:ext>
            </a:extLst>
          </p:cNvPr>
          <p:cNvSpPr/>
          <p:nvPr/>
        </p:nvSpPr>
        <p:spPr>
          <a:xfrm>
            <a:off x="3426592" y="4462150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Neural Networks</a:t>
            </a:r>
            <a:endParaRPr lang="en-GB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0EB485F-8FDB-474C-B43C-5926908EE69A}"/>
              </a:ext>
            </a:extLst>
          </p:cNvPr>
          <p:cNvSpPr/>
          <p:nvPr/>
        </p:nvSpPr>
        <p:spPr>
          <a:xfrm>
            <a:off x="6245191" y="1063044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Descent</a:t>
            </a:r>
            <a:endParaRPr lang="en-GB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9F2503-EAC9-490C-8C7B-3A5CA7825A3C}"/>
              </a:ext>
            </a:extLst>
          </p:cNvPr>
          <p:cNvSpPr/>
          <p:nvPr/>
        </p:nvSpPr>
        <p:spPr>
          <a:xfrm>
            <a:off x="6245191" y="2777654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Forward Pass</a:t>
            </a:r>
            <a:endParaRPr lang="en-GB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1814F1D-FFC0-4A09-9778-C4FF9BBFA433}"/>
              </a:ext>
            </a:extLst>
          </p:cNvPr>
          <p:cNvSpPr/>
          <p:nvPr/>
        </p:nvSpPr>
        <p:spPr>
          <a:xfrm>
            <a:off x="6158566" y="4599884"/>
            <a:ext cx="1908209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Back </a:t>
            </a:r>
            <a:r>
              <a:rPr lang="es-ES" dirty="0" err="1"/>
              <a:t>Propagation</a:t>
            </a:r>
            <a:endParaRPr lang="en-GB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6500B89-66BE-460C-B7BB-10B5409307C7}"/>
              </a:ext>
            </a:extLst>
          </p:cNvPr>
          <p:cNvSpPr/>
          <p:nvPr/>
        </p:nvSpPr>
        <p:spPr>
          <a:xfrm>
            <a:off x="8738132" y="2777654"/>
            <a:ext cx="1732547" cy="159614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PyTorch</a:t>
            </a:r>
            <a:endParaRPr lang="en-GB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348C9A07-16DA-44B9-BCF5-F8784BA5FE49}"/>
              </a:ext>
            </a:extLst>
          </p:cNvPr>
          <p:cNvCxnSpPr>
            <a:cxnSpLocks/>
            <a:stCxn id="2" idx="7"/>
            <a:endCxn id="5" idx="2"/>
          </p:cNvCxnSpPr>
          <p:nvPr/>
        </p:nvCxnSpPr>
        <p:spPr>
          <a:xfrm flipV="1">
            <a:off x="2374414" y="2210619"/>
            <a:ext cx="1052179" cy="95869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B9D54C62-945F-4CFD-9484-DA52369398FB}"/>
              </a:ext>
            </a:extLst>
          </p:cNvPr>
          <p:cNvCxnSpPr>
            <a:cxnSpLocks/>
            <a:stCxn id="2" idx="5"/>
            <a:endCxn id="7" idx="2"/>
          </p:cNvCxnSpPr>
          <p:nvPr/>
        </p:nvCxnSpPr>
        <p:spPr>
          <a:xfrm>
            <a:off x="2374414" y="4547211"/>
            <a:ext cx="1052178" cy="71301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CDA3E19F-9651-4459-8CB2-257E4E58E95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5159140" y="1861118"/>
            <a:ext cx="1086051" cy="34950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2E7A4FF2-640C-4E79-AEFE-C2B0B8C8A2B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5159139" y="5260224"/>
            <a:ext cx="999427" cy="13773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5EC0017-BCB5-4898-BBC7-590C787B28B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5159139" y="3575728"/>
            <a:ext cx="1086052" cy="168449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CE4F1075-9E2F-4342-A498-D5A3B728263B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7977738" y="1861118"/>
            <a:ext cx="760394" cy="17146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4923ADDD-E7BF-448F-8EDD-E1CFD79BDFC5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7977738" y="3575728"/>
            <a:ext cx="76039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6CFBFA04-F13B-47B6-8B92-9F82D1D59C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8066775" y="3575728"/>
            <a:ext cx="671357" cy="182223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8E788164-6829-494F-9D45-EC7330B506D7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5159140" y="2210619"/>
            <a:ext cx="1086051" cy="136510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5ED1EE42-0EB2-4813-BFCA-29B0FD969C2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5159139" y="1861118"/>
            <a:ext cx="1086052" cy="3399106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4CF626D-546D-4C80-A105-1367F43AA9A6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flipH="1" flipV="1">
            <a:off x="5159140" y="2210619"/>
            <a:ext cx="999426" cy="3187339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192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DCE926C-2E4B-46A3-805A-F97F4CF3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2F35FD-4679-4D26-B6A4-FDA63DA0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32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F1ADC-46F0-4C68-9B2B-619EBAFAB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?</a:t>
            </a:r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6D1827E3-42C8-4D55-95AD-24877F90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02" y="944545"/>
            <a:ext cx="7920000" cy="468000"/>
          </a:xfrm>
        </p:spPr>
        <p:txBody>
          <a:bodyPr/>
          <a:lstStyle/>
          <a:p>
            <a:r>
              <a:rPr lang="es-ES" dirty="0" err="1"/>
              <a:t>PyTorch</a:t>
            </a:r>
            <a:endParaRPr lang="es-E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DAF3EAD-CCEF-471C-9F42-E6DD7388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148" y="2168115"/>
            <a:ext cx="7659169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58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DCE926C-2E4B-46A3-805A-F97F4CF3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2F35FD-4679-4D26-B6A4-FDA63DA0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33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F1ADC-46F0-4C68-9B2B-619EBAFAB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?</a:t>
            </a:r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6D1827E3-42C8-4D55-95AD-24877F90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02" y="944545"/>
            <a:ext cx="7920000" cy="468000"/>
          </a:xfrm>
        </p:spPr>
        <p:txBody>
          <a:bodyPr/>
          <a:lstStyle/>
          <a:p>
            <a:r>
              <a:rPr lang="es-ES" dirty="0" err="1"/>
              <a:t>PyTorch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0992155-1224-4872-96B4-B01DF3469764}"/>
              </a:ext>
            </a:extLst>
          </p:cNvPr>
          <p:cNvSpPr txBox="1"/>
          <p:nvPr/>
        </p:nvSpPr>
        <p:spPr>
          <a:xfrm>
            <a:off x="1509823" y="2020949"/>
            <a:ext cx="8908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A4ECCF-5A7E-45B9-9A09-72E27ADAA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390" y="2398923"/>
            <a:ext cx="5367390" cy="317498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3806B5C-4E53-4178-BE92-A03CABA6E24F}"/>
              </a:ext>
            </a:extLst>
          </p:cNvPr>
          <p:cNvSpPr txBox="1"/>
          <p:nvPr/>
        </p:nvSpPr>
        <p:spPr>
          <a:xfrm>
            <a:off x="6968971" y="2755333"/>
            <a:ext cx="36333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Dynamic Neural Networks: Tape-Based </a:t>
            </a:r>
            <a:r>
              <a:rPr lang="en-GB" dirty="0" err="1"/>
              <a:t>Autograd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Python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Imperative Experiences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Fast and Lean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Extensions Without Pain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58BEDD8-F2B1-4B79-AE06-12A897822B57}"/>
              </a:ext>
            </a:extLst>
          </p:cNvPr>
          <p:cNvSpPr txBox="1"/>
          <p:nvPr/>
        </p:nvSpPr>
        <p:spPr>
          <a:xfrm>
            <a:off x="6237854" y="5044459"/>
            <a:ext cx="4444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https://github.com/pytorch/pytorch#more-about-pytorch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5435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DCE926C-2E4B-46A3-805A-F97F4CF3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2F35FD-4679-4D26-B6A4-FDA63DA00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34</a:t>
            </a:fld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AF1ADC-46F0-4C68-9B2B-619EBAFAB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Installation</a:t>
            </a:r>
            <a:endParaRPr lang="es-ES" dirty="0"/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6D1827E3-42C8-4D55-95AD-24877F90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02" y="944545"/>
            <a:ext cx="7920000" cy="468000"/>
          </a:xfrm>
        </p:spPr>
        <p:txBody>
          <a:bodyPr/>
          <a:lstStyle/>
          <a:p>
            <a:r>
              <a:rPr lang="es-ES" dirty="0" err="1"/>
              <a:t>PyTorch</a:t>
            </a:r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F9FEC53-1D3A-421D-B7AA-AFC7100E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250" y="1836959"/>
            <a:ext cx="5718725" cy="409497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C05FAED-9A1D-42A2-BB7A-7133CC1E28AD}"/>
              </a:ext>
            </a:extLst>
          </p:cNvPr>
          <p:cNvSpPr txBox="1"/>
          <p:nvPr/>
        </p:nvSpPr>
        <p:spPr>
          <a:xfrm>
            <a:off x="1575033" y="3756080"/>
            <a:ext cx="2464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https://pytorch.org/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2863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86A21EE9-3470-4103-8B95-EC17B988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/>
              <a:t>© Copyright PredictLand S.L.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9672AB-0EAD-45C0-B265-4F02EAC1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80D9C-CDB3-6C43-9B3B-1453B856A8B6}" type="slidenum">
              <a:rPr lang="es-ES_tradnl" smtClean="0"/>
              <a:t>35</a:t>
            </a:fld>
            <a:endParaRPr lang="es-ES_tradnl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43BA45-8DD4-4DFC-86D5-D0CF4414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Resources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AE25FA-D4F6-45BB-A4CF-5C05DF1278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 err="1"/>
              <a:t>Some</a:t>
            </a:r>
            <a:r>
              <a:rPr lang="es-ES" dirty="0"/>
              <a:t> </a:t>
            </a:r>
            <a:r>
              <a:rPr lang="es-ES" dirty="0" err="1"/>
              <a:t>Interesting</a:t>
            </a:r>
            <a:r>
              <a:rPr lang="es-ES" dirty="0"/>
              <a:t> Links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30A8F9E-812B-42D6-B11D-E6F637E824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98574" y="1930303"/>
            <a:ext cx="9120043" cy="4508997"/>
          </a:xfrm>
        </p:spPr>
        <p:txBody>
          <a:bodyPr/>
          <a:lstStyle/>
          <a:p>
            <a:r>
              <a:rPr lang="es-ES" dirty="0">
                <a:hlinkClick r:id="rId2"/>
              </a:rPr>
              <a:t>http://www.deeplearningbook.org/</a:t>
            </a:r>
            <a:r>
              <a:rPr lang="es-ES" dirty="0"/>
              <a:t> -&gt; Deep </a:t>
            </a:r>
            <a:r>
              <a:rPr lang="es-ES" dirty="0" err="1"/>
              <a:t>book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Deep </a:t>
            </a:r>
            <a:r>
              <a:rPr lang="es-ES" dirty="0" err="1"/>
              <a:t>Learning</a:t>
            </a:r>
            <a:endParaRPr lang="es-ES" dirty="0"/>
          </a:p>
          <a:p>
            <a:r>
              <a:rPr lang="es-ES" dirty="0">
                <a:hlinkClick r:id="rId3"/>
              </a:rPr>
              <a:t>https://github.com/udacity/deep-learning-v2-pytorch.git</a:t>
            </a:r>
            <a:r>
              <a:rPr lang="es-ES" dirty="0"/>
              <a:t> </a:t>
            </a:r>
          </a:p>
          <a:p>
            <a:r>
              <a:rPr lang="es-ES" dirty="0"/>
              <a:t>SUPER NLP REPO!!! </a:t>
            </a:r>
            <a:r>
              <a:rPr lang="es-ES" dirty="0">
                <a:hlinkClick r:id="rId4"/>
              </a:rPr>
              <a:t>https://notebooks.quantumstat.com/</a:t>
            </a:r>
            <a:endParaRPr lang="es-ES" dirty="0"/>
          </a:p>
          <a:p>
            <a:r>
              <a:rPr lang="es-ES" dirty="0"/>
              <a:t>Notes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BackPropagation</a:t>
            </a:r>
            <a:r>
              <a:rPr lang="es-ES" dirty="0"/>
              <a:t> </a:t>
            </a:r>
            <a:r>
              <a:rPr lang="es-ES" dirty="0">
                <a:hlinkClick r:id="rId5"/>
              </a:rPr>
              <a:t>https://cs231n.github.io/optimization-2/</a:t>
            </a:r>
            <a:endParaRPr lang="es-ES" dirty="0"/>
          </a:p>
          <a:p>
            <a:r>
              <a:rPr lang="es-ES" dirty="0" err="1"/>
              <a:t>Problems</a:t>
            </a:r>
            <a:r>
              <a:rPr lang="es-ES" dirty="0"/>
              <a:t> </a:t>
            </a:r>
            <a:r>
              <a:rPr lang="es-ES" dirty="0" err="1"/>
              <a:t>during</a:t>
            </a:r>
            <a:r>
              <a:rPr lang="es-ES" dirty="0"/>
              <a:t> Training: </a:t>
            </a:r>
            <a:r>
              <a:rPr lang="es-ES" dirty="0">
                <a:hlinkClick r:id="rId6"/>
              </a:rPr>
              <a:t>https://medium.com/@karpathy/yes-you-should-understand-backprop-e2f06eab496b#.vt3ax2kg9</a:t>
            </a:r>
            <a:endParaRPr lang="es-ES" dirty="0"/>
          </a:p>
          <a:p>
            <a:r>
              <a:rPr lang="es-ES" dirty="0" err="1"/>
              <a:t>Dying</a:t>
            </a:r>
            <a:r>
              <a:rPr lang="es-ES" dirty="0"/>
              <a:t> </a:t>
            </a:r>
            <a:r>
              <a:rPr lang="es-ES" dirty="0" err="1"/>
              <a:t>ReLUs</a:t>
            </a:r>
            <a:r>
              <a:rPr lang="es-ES" dirty="0"/>
              <a:t>: </a:t>
            </a:r>
            <a:r>
              <a:rPr lang="es-ES" dirty="0">
                <a:hlinkClick r:id="rId7"/>
              </a:rPr>
              <a:t>https://www.researchgate.net/publication/331858220_Dying_ReLU_and_Initialization_Theory_and_Numerical_Examples/link/5ce2210f92851c4eabaf9e43/download</a:t>
            </a:r>
            <a:endParaRPr lang="es-ES" dirty="0"/>
          </a:p>
          <a:p>
            <a:r>
              <a:rPr lang="es-ES" dirty="0"/>
              <a:t>“</a:t>
            </a:r>
            <a:r>
              <a:rPr lang="es-ES" dirty="0" err="1"/>
              <a:t>Introduction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Deep </a:t>
            </a:r>
            <a:r>
              <a:rPr lang="es-ES" dirty="0" err="1"/>
              <a:t>Learning</a:t>
            </a:r>
            <a:r>
              <a:rPr lang="es-ES" dirty="0"/>
              <a:t>: </a:t>
            </a:r>
            <a:r>
              <a:rPr lang="en-GB" dirty="0"/>
              <a:t>From Logical Calculus to Artificial Intelligence</a:t>
            </a:r>
            <a:r>
              <a:rPr lang="es-ES" dirty="0"/>
              <a:t>”. Sandro </a:t>
            </a:r>
            <a:r>
              <a:rPr lang="es-ES" dirty="0" err="1"/>
              <a:t>Skansi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176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2808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6557FC7-C439-8646-A527-6E3E118775B8}" vid="{52EF05AC-9830-7C41-8C86-A223FE0052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2AC9551745874BB31212A580CF5356" ma:contentTypeVersion="3" ma:contentTypeDescription="Crear nuevo documento." ma:contentTypeScope="" ma:versionID="48b3a574a04b5f07158c3a557cee4c72">
  <xsd:schema xmlns:xsd="http://www.w3.org/2001/XMLSchema" xmlns:xs="http://www.w3.org/2001/XMLSchema" xmlns:p="http://schemas.microsoft.com/office/2006/metadata/properties" xmlns:ns2="74bc813b-23a7-4338-aa07-74d3297dfa32" targetNamespace="http://schemas.microsoft.com/office/2006/metadata/properties" ma:root="true" ma:fieldsID="e5c2878b3f522cf4821d4717fa8fcb0e" ns2:_="">
    <xsd:import namespace="74bc813b-23a7-4338-aa07-74d3297df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bc813b-23a7-4338-aa07-74d3297df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4D58A1-E021-4DFD-8FAA-9844FBC807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bc813b-23a7-4338-aa07-74d3297dfa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E77A91-F6A7-4DFB-9ADE-A6B2318AD1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28935B-2E21-4C1D-900A-AB0724FD6B4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PredictLand Template</Template>
  <TotalTime>2716</TotalTime>
  <Words>1549</Words>
  <Application>Microsoft Office PowerPoint</Application>
  <PresentationFormat>Panorámica</PresentationFormat>
  <Paragraphs>301</Paragraphs>
  <Slides>36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DfnshsXfclsjJhckgdDftxvkFqrscqTimes-Roman</vt:lpstr>
      <vt:lpstr>FreightSans</vt:lpstr>
      <vt:lpstr>HsjfkrXrsfqsHdhfxjQsjsyhXrgrrmMTSYN</vt:lpstr>
      <vt:lpstr>medium-content-serif-font</vt:lpstr>
      <vt:lpstr>NgghsvXncbnyNfpkcyYhptkxRbjckfMTMI</vt:lpstr>
      <vt:lpstr>pt sans</vt:lpstr>
      <vt:lpstr>SxbbkcDyrnbrCdmhpcBgpchjNnrcrlTimes-Bold</vt:lpstr>
      <vt:lpstr>Times New Roman</vt:lpstr>
      <vt:lpstr>XmsfrbDywwwnRgpscfFnqsgxPfmnkxCMMI10</vt:lpstr>
      <vt:lpstr>XqptswMrcqkvDgjfytDqcglwYpjrdtTimes-Italic</vt:lpstr>
      <vt:lpstr>Tema de Office</vt:lpstr>
      <vt:lpstr>Presentación de PowerPoint</vt:lpstr>
      <vt:lpstr>Index</vt:lpstr>
      <vt:lpstr>Index</vt:lpstr>
      <vt:lpstr>Introduction</vt:lpstr>
      <vt:lpstr>Introduction</vt:lpstr>
      <vt:lpstr>Index</vt:lpstr>
      <vt:lpstr>Neural Networks</vt:lpstr>
      <vt:lpstr>Neural Networks</vt:lpstr>
      <vt:lpstr>Neural Networks</vt:lpstr>
      <vt:lpstr>Index</vt:lpstr>
      <vt:lpstr>Logistic Regression</vt:lpstr>
      <vt:lpstr>Logistic Regression</vt:lpstr>
      <vt:lpstr>Index</vt:lpstr>
      <vt:lpstr>Gradient Descent</vt:lpstr>
      <vt:lpstr>Gradient Descent</vt:lpstr>
      <vt:lpstr>Gradient Descent</vt:lpstr>
      <vt:lpstr>Index</vt:lpstr>
      <vt:lpstr>Forward Pass</vt:lpstr>
      <vt:lpstr>Forward Pass</vt:lpstr>
      <vt:lpstr>Index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Backpropagation</vt:lpstr>
      <vt:lpstr>Index</vt:lpstr>
      <vt:lpstr>PyTorch</vt:lpstr>
      <vt:lpstr>PyTorch</vt:lpstr>
      <vt:lpstr>PyTorch</vt:lpstr>
      <vt:lpstr>Resources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 Orús</dc:creator>
  <cp:lastModifiedBy>ALBERTO BECERRA TOME</cp:lastModifiedBy>
  <cp:revision>158</cp:revision>
  <cp:lastPrinted>2018-03-15T11:16:40Z</cp:lastPrinted>
  <dcterms:created xsi:type="dcterms:W3CDTF">2017-05-24T19:07:49Z</dcterms:created>
  <dcterms:modified xsi:type="dcterms:W3CDTF">2020-10-05T17:09:54Z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0x010100682AC9551745874BB31212A580CF5356</vt:lpwstr>
  </property>
</Properties>
</file>